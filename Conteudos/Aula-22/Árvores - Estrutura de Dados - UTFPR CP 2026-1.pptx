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ritannica.com/topic/graph-theory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ritannica.com/topic/graph-theory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aa6293abd6_0_4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aa6293abd6_0_4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cf7f19264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cf7f19264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3ea4d25e12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3ea4d25e12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ea4d25e12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ea4d25e12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ea4d25e12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ea4d25e12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ea4d25e12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3ea4d25e12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ea4d25e12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ea4d25e12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ea4d25e12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ea4d25e12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ea4d25e12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3ea4d25e12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ea4d25e12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3ea4d25e12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3ea4d25e12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3ea4d25e12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ea4d25e12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ea4d25e12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ea4d25e12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ea4d25e12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ea4d25e12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3ea4d25e12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>
                <a:solidFill>
                  <a:schemeClr val="hlink"/>
                </a:solidFill>
                <a:hlinkClick r:id="rId2"/>
              </a:rPr>
              <a:t>https://www.britannica.com/topic/graph-theory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ea4d25e12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ea4d25e12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sng">
                <a:solidFill>
                  <a:schemeClr val="hlink"/>
                </a:solidFill>
                <a:hlinkClick r:id="rId2"/>
              </a:rPr>
              <a:t>https://www.britannica.com/topic/graph-theory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3ea4d25e12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3ea4d25e12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3ea4d25e12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3ea4d25e12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ea4d25e12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ea4d25e12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ea4d25e12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3ea4d25e12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ea4d25e12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ea4d25e12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3ea4d25e12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3ea4d25e12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ea4d25e12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ea4d25e12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ea4d25e12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3ea4d25e12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118583" y="3463130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CE5C8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196235" y="397251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7901372" y="-796722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7E4E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8536385" y="63458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rgbClr val="E0DBEC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-1418427" y="-324096"/>
            <a:ext cx="2170507" cy="2170507"/>
            <a:chOff x="4008240" y="1896120"/>
            <a:chExt cx="1703160" cy="1703160"/>
          </a:xfrm>
        </p:grpSpPr>
        <p:sp>
          <p:nvSpPr>
            <p:cNvPr id="60" name="Google Shape;60;p14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4"/>
          <p:cNvSpPr/>
          <p:nvPr/>
        </p:nvSpPr>
        <p:spPr>
          <a:xfrm>
            <a:off x="-12" y="-944198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7642345" y="3524442"/>
            <a:ext cx="3059727" cy="3059727"/>
            <a:chOff x="4008240" y="1896120"/>
            <a:chExt cx="1703160" cy="1703160"/>
          </a:xfrm>
        </p:grpSpPr>
        <p:sp>
          <p:nvSpPr>
            <p:cNvPr id="74" name="Google Shape;74;p14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D2EAD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14"/>
          <p:cNvSpPr txBox="1"/>
          <p:nvPr>
            <p:ph type="ctrTitle"/>
          </p:nvPr>
        </p:nvSpPr>
        <p:spPr>
          <a:xfrm rot="-257">
            <a:off x="871337" y="1094738"/>
            <a:ext cx="4013700" cy="1814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b="0" sz="6000"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871350" y="2983550"/>
            <a:ext cx="4013700" cy="352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1322575" y="2070825"/>
            <a:ext cx="36801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1" name="Google Shape;91;p15"/>
          <p:cNvSpPr txBox="1"/>
          <p:nvPr>
            <p:ph hasCustomPrompt="1" idx="2" type="title"/>
          </p:nvPr>
        </p:nvSpPr>
        <p:spPr>
          <a:xfrm>
            <a:off x="1322575" y="717162"/>
            <a:ext cx="13170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22575" y="3649600"/>
            <a:ext cx="3680100" cy="66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2D110B"/>
                </a:solidFill>
              </a:defRPr>
            </a:lvl9pPr>
          </a:lstStyle>
          <a:p/>
        </p:txBody>
      </p:sp>
      <p:sp>
        <p:nvSpPr>
          <p:cNvPr id="93" name="Google Shape;93;p15"/>
          <p:cNvSpPr/>
          <p:nvPr/>
        </p:nvSpPr>
        <p:spPr>
          <a:xfrm>
            <a:off x="5812667" y="-1079733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8040735" y="165373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5"/>
          <p:cNvGrpSpPr/>
          <p:nvPr/>
        </p:nvGrpSpPr>
        <p:grpSpPr>
          <a:xfrm>
            <a:off x="7379961" y="3567267"/>
            <a:ext cx="2170507" cy="2170507"/>
            <a:chOff x="4008240" y="1896120"/>
            <a:chExt cx="1703160" cy="1703160"/>
          </a:xfrm>
        </p:grpSpPr>
        <p:sp>
          <p:nvSpPr>
            <p:cNvPr id="96" name="Google Shape;96;p15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15"/>
          <p:cNvSpPr/>
          <p:nvPr/>
        </p:nvSpPr>
        <p:spPr>
          <a:xfrm>
            <a:off x="-865550" y="386314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-409365" y="-1132352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4329225" y="4608575"/>
            <a:ext cx="958167" cy="239549"/>
            <a:chOff x="7380000" y="1200450"/>
            <a:chExt cx="958167" cy="239549"/>
          </a:xfrm>
        </p:grpSpPr>
        <p:sp>
          <p:nvSpPr>
            <p:cNvPr id="111" name="Google Shape;111;p15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1574275" y="914238"/>
            <a:ext cx="45375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1574275" y="2092613"/>
            <a:ext cx="4537500" cy="20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hivo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21" name="Google Shape;121;p16"/>
          <p:cNvSpPr/>
          <p:nvPr/>
        </p:nvSpPr>
        <p:spPr>
          <a:xfrm>
            <a:off x="7535736" y="-190022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176473" y="-58196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59450" y="447091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-1020927" y="-693746"/>
            <a:ext cx="2170507" cy="2170507"/>
            <a:chOff x="4008240" y="1896120"/>
            <a:chExt cx="1703160" cy="1703160"/>
          </a:xfrm>
        </p:grpSpPr>
        <p:sp>
          <p:nvSpPr>
            <p:cNvPr id="125" name="Google Shape;125;p16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16"/>
          <p:cNvSpPr/>
          <p:nvPr/>
        </p:nvSpPr>
        <p:spPr>
          <a:xfrm>
            <a:off x="-1320012" y="96615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6377398" y="3879179"/>
            <a:ext cx="2170507" cy="2170507"/>
            <a:chOff x="4008240" y="1896120"/>
            <a:chExt cx="1703160" cy="1703160"/>
          </a:xfrm>
        </p:grpSpPr>
        <p:sp>
          <p:nvSpPr>
            <p:cNvPr id="139" name="Google Shape;139;p16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7483963" y="3629125"/>
            <a:ext cx="751800" cy="751800"/>
            <a:chOff x="1577025" y="3049888"/>
            <a:chExt cx="751800" cy="751800"/>
          </a:xfrm>
        </p:grpSpPr>
        <p:sp>
          <p:nvSpPr>
            <p:cNvPr id="152" name="Google Shape;152;p16"/>
            <p:cNvSpPr/>
            <p:nvPr/>
          </p:nvSpPr>
          <p:spPr>
            <a:xfrm>
              <a:off x="1577025" y="3049888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769291" y="3242603"/>
              <a:ext cx="367261" cy="366364"/>
            </a:xfrm>
            <a:custGeom>
              <a:rect b="b" l="l" r="r" t="t"/>
              <a:pathLst>
                <a:path extrusionOk="0" h="12666" w="12697">
                  <a:moveTo>
                    <a:pt x="6301" y="1356"/>
                  </a:moveTo>
                  <a:cubicBezTo>
                    <a:pt x="6522" y="1356"/>
                    <a:pt x="6711" y="1576"/>
                    <a:pt x="6711" y="1797"/>
                  </a:cubicBezTo>
                  <a:lnTo>
                    <a:pt x="6711" y="2269"/>
                  </a:lnTo>
                  <a:cubicBezTo>
                    <a:pt x="7656" y="2458"/>
                    <a:pt x="8349" y="3309"/>
                    <a:pt x="8349" y="4285"/>
                  </a:cubicBezTo>
                  <a:cubicBezTo>
                    <a:pt x="8349" y="4538"/>
                    <a:pt x="8160" y="4727"/>
                    <a:pt x="7971" y="4727"/>
                  </a:cubicBezTo>
                  <a:cubicBezTo>
                    <a:pt x="7719" y="4727"/>
                    <a:pt x="7530" y="4538"/>
                    <a:pt x="7530" y="4285"/>
                  </a:cubicBezTo>
                  <a:cubicBezTo>
                    <a:pt x="7530" y="3624"/>
                    <a:pt x="6994" y="3057"/>
                    <a:pt x="6301" y="3057"/>
                  </a:cubicBezTo>
                  <a:cubicBezTo>
                    <a:pt x="5640" y="3057"/>
                    <a:pt x="5073" y="3624"/>
                    <a:pt x="5073" y="4285"/>
                  </a:cubicBezTo>
                  <a:cubicBezTo>
                    <a:pt x="5073" y="4947"/>
                    <a:pt x="5829" y="5483"/>
                    <a:pt x="6585" y="6018"/>
                  </a:cubicBezTo>
                  <a:cubicBezTo>
                    <a:pt x="7435" y="6648"/>
                    <a:pt x="8412" y="7310"/>
                    <a:pt x="8412" y="8413"/>
                  </a:cubicBezTo>
                  <a:cubicBezTo>
                    <a:pt x="8412" y="9421"/>
                    <a:pt x="7687" y="10271"/>
                    <a:pt x="6742" y="10429"/>
                  </a:cubicBezTo>
                  <a:lnTo>
                    <a:pt x="6742" y="10901"/>
                  </a:lnTo>
                  <a:cubicBezTo>
                    <a:pt x="6742" y="11154"/>
                    <a:pt x="6553" y="11311"/>
                    <a:pt x="6364" y="11311"/>
                  </a:cubicBezTo>
                  <a:cubicBezTo>
                    <a:pt x="6144" y="11311"/>
                    <a:pt x="5955" y="11091"/>
                    <a:pt x="5955" y="10901"/>
                  </a:cubicBezTo>
                  <a:lnTo>
                    <a:pt x="5955" y="10429"/>
                  </a:lnTo>
                  <a:cubicBezTo>
                    <a:pt x="5010" y="10240"/>
                    <a:pt x="4316" y="9421"/>
                    <a:pt x="4316" y="8413"/>
                  </a:cubicBezTo>
                  <a:cubicBezTo>
                    <a:pt x="4316" y="8192"/>
                    <a:pt x="4505" y="8035"/>
                    <a:pt x="4694" y="8035"/>
                  </a:cubicBezTo>
                  <a:cubicBezTo>
                    <a:pt x="4884" y="8035"/>
                    <a:pt x="5136" y="8224"/>
                    <a:pt x="5136" y="8413"/>
                  </a:cubicBezTo>
                  <a:cubicBezTo>
                    <a:pt x="5136" y="9106"/>
                    <a:pt x="5671" y="9641"/>
                    <a:pt x="6364" y="9641"/>
                  </a:cubicBezTo>
                  <a:cubicBezTo>
                    <a:pt x="7026" y="9641"/>
                    <a:pt x="7561" y="9106"/>
                    <a:pt x="7561" y="8413"/>
                  </a:cubicBezTo>
                  <a:cubicBezTo>
                    <a:pt x="7561" y="7751"/>
                    <a:pt x="6868" y="7247"/>
                    <a:pt x="6081" y="6680"/>
                  </a:cubicBezTo>
                  <a:cubicBezTo>
                    <a:pt x="5199" y="6050"/>
                    <a:pt x="4253" y="5388"/>
                    <a:pt x="4253" y="4285"/>
                  </a:cubicBezTo>
                  <a:cubicBezTo>
                    <a:pt x="4253" y="3309"/>
                    <a:pt x="4978" y="2427"/>
                    <a:pt x="5923" y="2269"/>
                  </a:cubicBezTo>
                  <a:lnTo>
                    <a:pt x="5923" y="1797"/>
                  </a:lnTo>
                  <a:cubicBezTo>
                    <a:pt x="5923" y="1576"/>
                    <a:pt x="6112" y="1356"/>
                    <a:pt x="6301" y="1356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836"/>
                    <a:pt x="0" y="6333"/>
                  </a:cubicBezTo>
                  <a:cubicBezTo>
                    <a:pt x="0" y="9830"/>
                    <a:pt x="2836" y="12666"/>
                    <a:pt x="6333" y="12666"/>
                  </a:cubicBezTo>
                  <a:cubicBezTo>
                    <a:pt x="9861" y="12666"/>
                    <a:pt x="12697" y="9830"/>
                    <a:pt x="12697" y="6333"/>
                  </a:cubicBezTo>
                  <a:cubicBezTo>
                    <a:pt x="12697" y="2836"/>
                    <a:pt x="9861" y="1"/>
                    <a:pt x="6333" y="1"/>
                  </a:cubicBezTo>
                  <a:close/>
                </a:path>
              </a:pathLst>
            </a:custGeom>
            <a:solidFill>
              <a:srgbClr val="403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8013588" y="2634913"/>
            <a:ext cx="751800" cy="751800"/>
            <a:chOff x="3261675" y="4177888"/>
            <a:chExt cx="751800" cy="751800"/>
          </a:xfrm>
        </p:grpSpPr>
        <p:sp>
          <p:nvSpPr>
            <p:cNvPr id="155" name="Google Shape;155;p16"/>
            <p:cNvSpPr/>
            <p:nvPr/>
          </p:nvSpPr>
          <p:spPr>
            <a:xfrm>
              <a:off x="3261675" y="4177888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56" name="Google Shape;156;p16"/>
            <p:cNvGrpSpPr/>
            <p:nvPr/>
          </p:nvGrpSpPr>
          <p:grpSpPr>
            <a:xfrm>
              <a:off x="3469434" y="4384166"/>
              <a:ext cx="336296" cy="339235"/>
              <a:chOff x="4464775" y="3806475"/>
              <a:chExt cx="477625" cy="481800"/>
            </a:xfrm>
          </p:grpSpPr>
          <p:sp>
            <p:nvSpPr>
              <p:cNvPr id="157" name="Google Shape;157;p16"/>
              <p:cNvSpPr/>
              <p:nvPr/>
            </p:nvSpPr>
            <p:spPr>
              <a:xfrm>
                <a:off x="4726375" y="3806475"/>
                <a:ext cx="56500" cy="141125"/>
              </a:xfrm>
              <a:custGeom>
                <a:rect b="b" l="l" r="r" t="t"/>
                <a:pathLst>
                  <a:path extrusionOk="0" h="5645" w="2260">
                    <a:moveTo>
                      <a:pt x="1133" y="1"/>
                    </a:moveTo>
                    <a:cubicBezTo>
                      <a:pt x="978" y="1"/>
                      <a:pt x="823" y="64"/>
                      <a:pt x="712" y="189"/>
                    </a:cubicBezTo>
                    <a:cubicBezTo>
                      <a:pt x="504" y="421"/>
                      <a:pt x="522" y="776"/>
                      <a:pt x="754" y="984"/>
                    </a:cubicBezTo>
                    <a:cubicBezTo>
                      <a:pt x="832" y="1056"/>
                      <a:pt x="1130" y="1385"/>
                      <a:pt x="1130" y="1695"/>
                    </a:cubicBezTo>
                    <a:cubicBezTo>
                      <a:pt x="1130" y="1990"/>
                      <a:pt x="850" y="2315"/>
                      <a:pt x="754" y="2402"/>
                    </a:cubicBezTo>
                    <a:cubicBezTo>
                      <a:pt x="678" y="2472"/>
                      <a:pt x="1" y="3101"/>
                      <a:pt x="1" y="3953"/>
                    </a:cubicBezTo>
                    <a:cubicBezTo>
                      <a:pt x="1" y="4802"/>
                      <a:pt x="675" y="5432"/>
                      <a:pt x="754" y="5501"/>
                    </a:cubicBezTo>
                    <a:cubicBezTo>
                      <a:pt x="861" y="5597"/>
                      <a:pt x="995" y="5644"/>
                      <a:pt x="1128" y="5644"/>
                    </a:cubicBezTo>
                    <a:cubicBezTo>
                      <a:pt x="1283" y="5644"/>
                      <a:pt x="1437" y="5580"/>
                      <a:pt x="1549" y="5456"/>
                    </a:cubicBezTo>
                    <a:cubicBezTo>
                      <a:pt x="1757" y="5224"/>
                      <a:pt x="1735" y="4869"/>
                      <a:pt x="1507" y="4661"/>
                    </a:cubicBezTo>
                    <a:cubicBezTo>
                      <a:pt x="1428" y="4588"/>
                      <a:pt x="1130" y="4260"/>
                      <a:pt x="1130" y="3950"/>
                    </a:cubicBezTo>
                    <a:cubicBezTo>
                      <a:pt x="1130" y="3655"/>
                      <a:pt x="1410" y="3330"/>
                      <a:pt x="1507" y="3242"/>
                    </a:cubicBezTo>
                    <a:cubicBezTo>
                      <a:pt x="1585" y="3173"/>
                      <a:pt x="2259" y="2544"/>
                      <a:pt x="2259" y="1692"/>
                    </a:cubicBezTo>
                    <a:cubicBezTo>
                      <a:pt x="2259" y="842"/>
                      <a:pt x="1585" y="213"/>
                      <a:pt x="1507" y="144"/>
                    </a:cubicBezTo>
                    <a:cubicBezTo>
                      <a:pt x="1399" y="48"/>
                      <a:pt x="1266" y="1"/>
                      <a:pt x="1133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>
                <a:off x="4641700" y="3806475"/>
                <a:ext cx="56475" cy="141125"/>
              </a:xfrm>
              <a:custGeom>
                <a:rect b="b" l="l" r="r" t="t"/>
                <a:pathLst>
                  <a:path extrusionOk="0" h="5645" w="2259">
                    <a:moveTo>
                      <a:pt x="1132" y="1"/>
                    </a:moveTo>
                    <a:cubicBezTo>
                      <a:pt x="977" y="1"/>
                      <a:pt x="823" y="64"/>
                      <a:pt x="711" y="189"/>
                    </a:cubicBezTo>
                    <a:cubicBezTo>
                      <a:pt x="503" y="421"/>
                      <a:pt x="521" y="776"/>
                      <a:pt x="753" y="984"/>
                    </a:cubicBezTo>
                    <a:cubicBezTo>
                      <a:pt x="831" y="1056"/>
                      <a:pt x="1130" y="1385"/>
                      <a:pt x="1130" y="1695"/>
                    </a:cubicBezTo>
                    <a:cubicBezTo>
                      <a:pt x="1130" y="1990"/>
                      <a:pt x="849" y="2315"/>
                      <a:pt x="753" y="2402"/>
                    </a:cubicBezTo>
                    <a:cubicBezTo>
                      <a:pt x="678" y="2472"/>
                      <a:pt x="0" y="3101"/>
                      <a:pt x="0" y="3953"/>
                    </a:cubicBezTo>
                    <a:cubicBezTo>
                      <a:pt x="0" y="4802"/>
                      <a:pt x="675" y="5432"/>
                      <a:pt x="753" y="5501"/>
                    </a:cubicBezTo>
                    <a:cubicBezTo>
                      <a:pt x="860" y="5597"/>
                      <a:pt x="994" y="5644"/>
                      <a:pt x="1127" y="5644"/>
                    </a:cubicBezTo>
                    <a:cubicBezTo>
                      <a:pt x="1282" y="5644"/>
                      <a:pt x="1436" y="5580"/>
                      <a:pt x="1548" y="5456"/>
                    </a:cubicBezTo>
                    <a:cubicBezTo>
                      <a:pt x="1756" y="5224"/>
                      <a:pt x="1735" y="4869"/>
                      <a:pt x="1506" y="4661"/>
                    </a:cubicBezTo>
                    <a:cubicBezTo>
                      <a:pt x="1428" y="4588"/>
                      <a:pt x="1130" y="4260"/>
                      <a:pt x="1130" y="3950"/>
                    </a:cubicBezTo>
                    <a:cubicBezTo>
                      <a:pt x="1130" y="3655"/>
                      <a:pt x="1410" y="3330"/>
                      <a:pt x="1506" y="3242"/>
                    </a:cubicBezTo>
                    <a:cubicBezTo>
                      <a:pt x="1581" y="3173"/>
                      <a:pt x="2259" y="2544"/>
                      <a:pt x="2259" y="1692"/>
                    </a:cubicBezTo>
                    <a:cubicBezTo>
                      <a:pt x="2259" y="842"/>
                      <a:pt x="1581" y="213"/>
                      <a:pt x="1506" y="144"/>
                    </a:cubicBezTo>
                    <a:cubicBezTo>
                      <a:pt x="1399" y="48"/>
                      <a:pt x="1265" y="1"/>
                      <a:pt x="1132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4557000" y="3806475"/>
                <a:ext cx="56500" cy="141125"/>
              </a:xfrm>
              <a:custGeom>
                <a:rect b="b" l="l" r="r" t="t"/>
                <a:pathLst>
                  <a:path extrusionOk="0" h="5645" w="2260">
                    <a:moveTo>
                      <a:pt x="1132" y="1"/>
                    </a:moveTo>
                    <a:cubicBezTo>
                      <a:pt x="977" y="1"/>
                      <a:pt x="823" y="64"/>
                      <a:pt x="711" y="189"/>
                    </a:cubicBezTo>
                    <a:cubicBezTo>
                      <a:pt x="504" y="421"/>
                      <a:pt x="522" y="776"/>
                      <a:pt x="753" y="984"/>
                    </a:cubicBezTo>
                    <a:cubicBezTo>
                      <a:pt x="832" y="1056"/>
                      <a:pt x="1130" y="1385"/>
                      <a:pt x="1130" y="1695"/>
                    </a:cubicBezTo>
                    <a:cubicBezTo>
                      <a:pt x="1130" y="1990"/>
                      <a:pt x="850" y="2315"/>
                      <a:pt x="753" y="2402"/>
                    </a:cubicBezTo>
                    <a:cubicBezTo>
                      <a:pt x="678" y="2472"/>
                      <a:pt x="1" y="3101"/>
                      <a:pt x="1" y="3953"/>
                    </a:cubicBezTo>
                    <a:cubicBezTo>
                      <a:pt x="1" y="4802"/>
                      <a:pt x="675" y="5432"/>
                      <a:pt x="753" y="5501"/>
                    </a:cubicBezTo>
                    <a:cubicBezTo>
                      <a:pt x="861" y="5597"/>
                      <a:pt x="994" y="5644"/>
                      <a:pt x="1127" y="5644"/>
                    </a:cubicBezTo>
                    <a:cubicBezTo>
                      <a:pt x="1282" y="5644"/>
                      <a:pt x="1437" y="5580"/>
                      <a:pt x="1548" y="5456"/>
                    </a:cubicBezTo>
                    <a:cubicBezTo>
                      <a:pt x="1756" y="5224"/>
                      <a:pt x="1735" y="4869"/>
                      <a:pt x="1506" y="4661"/>
                    </a:cubicBezTo>
                    <a:cubicBezTo>
                      <a:pt x="1428" y="4588"/>
                      <a:pt x="1130" y="4260"/>
                      <a:pt x="1130" y="3950"/>
                    </a:cubicBezTo>
                    <a:cubicBezTo>
                      <a:pt x="1130" y="3655"/>
                      <a:pt x="1410" y="3330"/>
                      <a:pt x="1506" y="3242"/>
                    </a:cubicBezTo>
                    <a:cubicBezTo>
                      <a:pt x="1582" y="3173"/>
                      <a:pt x="2259" y="2544"/>
                      <a:pt x="2259" y="1692"/>
                    </a:cubicBezTo>
                    <a:cubicBezTo>
                      <a:pt x="2259" y="842"/>
                      <a:pt x="1582" y="213"/>
                      <a:pt x="1506" y="144"/>
                    </a:cubicBezTo>
                    <a:cubicBezTo>
                      <a:pt x="1399" y="48"/>
                      <a:pt x="1265" y="1"/>
                      <a:pt x="1132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4464775" y="4230875"/>
                <a:ext cx="395250" cy="57400"/>
              </a:xfrm>
              <a:custGeom>
                <a:rect b="b" l="l" r="r" t="t"/>
                <a:pathLst>
                  <a:path extrusionOk="0" h="2296" w="1581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910" y="1130"/>
                    </a:lnTo>
                    <a:lnTo>
                      <a:pt x="2006" y="1359"/>
                    </a:lnTo>
                    <a:cubicBezTo>
                      <a:pt x="2291" y="1932"/>
                      <a:pt x="2875" y="2295"/>
                      <a:pt x="3516" y="2295"/>
                    </a:cubicBezTo>
                    <a:cubicBezTo>
                      <a:pt x="3519" y="2295"/>
                      <a:pt x="3521" y="2295"/>
                      <a:pt x="3524" y="2295"/>
                    </a:cubicBezTo>
                    <a:lnTo>
                      <a:pt x="12290" y="2295"/>
                    </a:lnTo>
                    <a:cubicBezTo>
                      <a:pt x="12292" y="2295"/>
                      <a:pt x="12295" y="2295"/>
                      <a:pt x="12298" y="2295"/>
                    </a:cubicBezTo>
                    <a:cubicBezTo>
                      <a:pt x="12936" y="2295"/>
                      <a:pt x="13520" y="1932"/>
                      <a:pt x="13804" y="1359"/>
                    </a:cubicBezTo>
                    <a:lnTo>
                      <a:pt x="13901" y="1130"/>
                    </a:lnTo>
                    <a:lnTo>
                      <a:pt x="15247" y="1130"/>
                    </a:lnTo>
                    <a:cubicBezTo>
                      <a:pt x="15557" y="1130"/>
                      <a:pt x="15810" y="877"/>
                      <a:pt x="15810" y="564"/>
                    </a:cubicBezTo>
                    <a:cubicBezTo>
                      <a:pt x="15810" y="251"/>
                      <a:pt x="15557" y="1"/>
                      <a:pt x="15247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4840675" y="4007300"/>
                <a:ext cx="101725" cy="166025"/>
              </a:xfrm>
              <a:custGeom>
                <a:rect b="b" l="l" r="r" t="t"/>
                <a:pathLst>
                  <a:path extrusionOk="0" h="6641" w="4069">
                    <a:moveTo>
                      <a:pt x="1870" y="0"/>
                    </a:moveTo>
                    <a:cubicBezTo>
                      <a:pt x="1852" y="380"/>
                      <a:pt x="1837" y="759"/>
                      <a:pt x="1795" y="1130"/>
                    </a:cubicBezTo>
                    <a:cubicBezTo>
                      <a:pt x="1927" y="1181"/>
                      <a:pt x="2048" y="1256"/>
                      <a:pt x="2150" y="1355"/>
                    </a:cubicBezTo>
                    <a:cubicBezTo>
                      <a:pt x="2800" y="2006"/>
                      <a:pt x="2433" y="3469"/>
                      <a:pt x="1352" y="4550"/>
                    </a:cubicBezTo>
                    <a:cubicBezTo>
                      <a:pt x="1177" y="4722"/>
                      <a:pt x="991" y="4879"/>
                      <a:pt x="792" y="5017"/>
                    </a:cubicBezTo>
                    <a:cubicBezTo>
                      <a:pt x="566" y="5577"/>
                      <a:pt x="301" y="6119"/>
                      <a:pt x="0" y="6640"/>
                    </a:cubicBezTo>
                    <a:cubicBezTo>
                      <a:pt x="747" y="6429"/>
                      <a:pt x="1506" y="5993"/>
                      <a:pt x="2150" y="5348"/>
                    </a:cubicBezTo>
                    <a:cubicBezTo>
                      <a:pt x="3716" y="3782"/>
                      <a:pt x="4068" y="1678"/>
                      <a:pt x="2948" y="557"/>
                    </a:cubicBezTo>
                    <a:cubicBezTo>
                      <a:pt x="2656" y="268"/>
                      <a:pt x="2280" y="97"/>
                      <a:pt x="1870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4464775" y="3976800"/>
                <a:ext cx="395250" cy="225875"/>
              </a:xfrm>
              <a:custGeom>
                <a:rect b="b" l="l" r="r" t="t"/>
                <a:pathLst>
                  <a:path extrusionOk="0" h="9035" w="15810">
                    <a:moveTo>
                      <a:pt x="564" y="1"/>
                    </a:moveTo>
                    <a:cubicBezTo>
                      <a:pt x="254" y="1"/>
                      <a:pt x="1" y="251"/>
                      <a:pt x="1" y="564"/>
                    </a:cubicBezTo>
                    <a:cubicBezTo>
                      <a:pt x="1" y="3930"/>
                      <a:pt x="1157" y="7026"/>
                      <a:pt x="3075" y="9035"/>
                    </a:cubicBezTo>
                    <a:lnTo>
                      <a:pt x="12735" y="9035"/>
                    </a:lnTo>
                    <a:cubicBezTo>
                      <a:pt x="14654" y="7026"/>
                      <a:pt x="15810" y="3930"/>
                      <a:pt x="15810" y="564"/>
                    </a:cubicBezTo>
                    <a:cubicBezTo>
                      <a:pt x="15810" y="251"/>
                      <a:pt x="15557" y="1"/>
                      <a:pt x="15244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idx="1" type="subTitle"/>
          </p:nvPr>
        </p:nvSpPr>
        <p:spPr>
          <a:xfrm>
            <a:off x="923225" y="2161195"/>
            <a:ext cx="33849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66" name="Google Shape;166;p17"/>
          <p:cNvSpPr txBox="1"/>
          <p:nvPr>
            <p:ph idx="2" type="subTitle"/>
          </p:nvPr>
        </p:nvSpPr>
        <p:spPr>
          <a:xfrm>
            <a:off x="4835807" y="2161202"/>
            <a:ext cx="3384900" cy="17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923263" y="1809500"/>
            <a:ext cx="33849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idx="3" type="title"/>
          </p:nvPr>
        </p:nvSpPr>
        <p:spPr>
          <a:xfrm>
            <a:off x="4835845" y="1809500"/>
            <a:ext cx="33849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4"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70" name="Google Shape;170;p17"/>
          <p:cNvSpPr/>
          <p:nvPr/>
        </p:nvSpPr>
        <p:spPr>
          <a:xfrm>
            <a:off x="-605001" y="4232903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028235" y="44559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378963" y="3703677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17"/>
          <p:cNvGrpSpPr/>
          <p:nvPr/>
        </p:nvGrpSpPr>
        <p:grpSpPr>
          <a:xfrm>
            <a:off x="301725" y="232950"/>
            <a:ext cx="958167" cy="239549"/>
            <a:chOff x="7380000" y="1200450"/>
            <a:chExt cx="958167" cy="239549"/>
          </a:xfrm>
        </p:grpSpPr>
        <p:sp>
          <p:nvSpPr>
            <p:cNvPr id="174" name="Google Shape;174;p17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7782338" y="4037238"/>
            <a:ext cx="751800" cy="751800"/>
            <a:chOff x="7782338" y="4037238"/>
            <a:chExt cx="751800" cy="751800"/>
          </a:xfrm>
        </p:grpSpPr>
        <p:sp>
          <p:nvSpPr>
            <p:cNvPr id="181" name="Google Shape;181;p17"/>
            <p:cNvSpPr/>
            <p:nvPr/>
          </p:nvSpPr>
          <p:spPr>
            <a:xfrm>
              <a:off x="7782338" y="4037238"/>
              <a:ext cx="751800" cy="751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82" name="Google Shape;182;p17"/>
            <p:cNvGrpSpPr/>
            <p:nvPr/>
          </p:nvGrpSpPr>
          <p:grpSpPr>
            <a:xfrm>
              <a:off x="7976468" y="4228167"/>
              <a:ext cx="363548" cy="369974"/>
              <a:chOff x="-40372575" y="3604550"/>
              <a:chExt cx="311150" cy="316650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-40372575" y="3604550"/>
                <a:ext cx="311150" cy="134475"/>
              </a:xfrm>
              <a:custGeom>
                <a:rect b="b" l="l" r="r" t="t"/>
                <a:pathLst>
                  <a:path extrusionOk="0" h="5379" w="12446">
                    <a:moveTo>
                      <a:pt x="3088" y="0"/>
                    </a:moveTo>
                    <a:cubicBezTo>
                      <a:pt x="1639" y="0"/>
                      <a:pt x="316" y="1008"/>
                      <a:pt x="95" y="2489"/>
                    </a:cubicBezTo>
                    <a:cubicBezTo>
                      <a:pt x="1" y="3214"/>
                      <a:pt x="190" y="3938"/>
                      <a:pt x="568" y="4506"/>
                    </a:cubicBezTo>
                    <a:cubicBezTo>
                      <a:pt x="962" y="5071"/>
                      <a:pt x="1607" y="5366"/>
                      <a:pt x="2240" y="5366"/>
                    </a:cubicBezTo>
                    <a:cubicBezTo>
                      <a:pt x="2772" y="5366"/>
                      <a:pt x="3296" y="5157"/>
                      <a:pt x="3655" y="4726"/>
                    </a:cubicBezTo>
                    <a:cubicBezTo>
                      <a:pt x="4569" y="3655"/>
                      <a:pt x="3844" y="2489"/>
                      <a:pt x="2836" y="2489"/>
                    </a:cubicBezTo>
                    <a:cubicBezTo>
                      <a:pt x="2584" y="2489"/>
                      <a:pt x="2427" y="2678"/>
                      <a:pt x="2427" y="2899"/>
                    </a:cubicBezTo>
                    <a:cubicBezTo>
                      <a:pt x="2427" y="3151"/>
                      <a:pt x="2616" y="3308"/>
                      <a:pt x="2836" y="3340"/>
                    </a:cubicBezTo>
                    <a:cubicBezTo>
                      <a:pt x="3057" y="3340"/>
                      <a:pt x="3214" y="3529"/>
                      <a:pt x="3214" y="3749"/>
                    </a:cubicBezTo>
                    <a:cubicBezTo>
                      <a:pt x="3214" y="3970"/>
                      <a:pt x="3025" y="4127"/>
                      <a:pt x="2836" y="4127"/>
                    </a:cubicBezTo>
                    <a:cubicBezTo>
                      <a:pt x="2049" y="4127"/>
                      <a:pt x="1450" y="3434"/>
                      <a:pt x="1608" y="2584"/>
                    </a:cubicBezTo>
                    <a:cubicBezTo>
                      <a:pt x="1754" y="1999"/>
                      <a:pt x="2279" y="1632"/>
                      <a:pt x="2882" y="1632"/>
                    </a:cubicBezTo>
                    <a:cubicBezTo>
                      <a:pt x="2930" y="1632"/>
                      <a:pt x="2977" y="1634"/>
                      <a:pt x="3025" y="1639"/>
                    </a:cubicBezTo>
                    <a:cubicBezTo>
                      <a:pt x="3624" y="1733"/>
                      <a:pt x="4128" y="2048"/>
                      <a:pt x="4474" y="2489"/>
                    </a:cubicBezTo>
                    <a:lnTo>
                      <a:pt x="7908" y="2489"/>
                    </a:lnTo>
                    <a:cubicBezTo>
                      <a:pt x="8255" y="2017"/>
                      <a:pt x="8759" y="1702"/>
                      <a:pt x="9358" y="1639"/>
                    </a:cubicBezTo>
                    <a:cubicBezTo>
                      <a:pt x="9406" y="1634"/>
                      <a:pt x="9453" y="1632"/>
                      <a:pt x="9501" y="1632"/>
                    </a:cubicBezTo>
                    <a:cubicBezTo>
                      <a:pt x="10104" y="1632"/>
                      <a:pt x="10629" y="1999"/>
                      <a:pt x="10775" y="2584"/>
                    </a:cubicBezTo>
                    <a:cubicBezTo>
                      <a:pt x="10964" y="3434"/>
                      <a:pt x="10334" y="4127"/>
                      <a:pt x="9547" y="4127"/>
                    </a:cubicBezTo>
                    <a:cubicBezTo>
                      <a:pt x="9326" y="4127"/>
                      <a:pt x="9137" y="3938"/>
                      <a:pt x="9137" y="3749"/>
                    </a:cubicBezTo>
                    <a:cubicBezTo>
                      <a:pt x="9137" y="3497"/>
                      <a:pt x="9326" y="3340"/>
                      <a:pt x="9547" y="3340"/>
                    </a:cubicBezTo>
                    <a:cubicBezTo>
                      <a:pt x="9799" y="3340"/>
                      <a:pt x="9956" y="3151"/>
                      <a:pt x="9956" y="2899"/>
                    </a:cubicBezTo>
                    <a:cubicBezTo>
                      <a:pt x="9956" y="2678"/>
                      <a:pt x="9767" y="2521"/>
                      <a:pt x="9547" y="2489"/>
                    </a:cubicBezTo>
                    <a:cubicBezTo>
                      <a:pt x="8539" y="2489"/>
                      <a:pt x="7814" y="3686"/>
                      <a:pt x="8728" y="4726"/>
                    </a:cubicBezTo>
                    <a:cubicBezTo>
                      <a:pt x="9099" y="5169"/>
                      <a:pt x="9626" y="5379"/>
                      <a:pt x="10158" y="5379"/>
                    </a:cubicBezTo>
                    <a:cubicBezTo>
                      <a:pt x="10800" y="5379"/>
                      <a:pt x="11451" y="5074"/>
                      <a:pt x="11847" y="4506"/>
                    </a:cubicBezTo>
                    <a:cubicBezTo>
                      <a:pt x="12225" y="3970"/>
                      <a:pt x="12445" y="3277"/>
                      <a:pt x="12319" y="2489"/>
                    </a:cubicBezTo>
                    <a:cubicBezTo>
                      <a:pt x="12130" y="1008"/>
                      <a:pt x="10775" y="0"/>
                      <a:pt x="9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-40312700" y="3730575"/>
                <a:ext cx="185100" cy="190625"/>
              </a:xfrm>
              <a:custGeom>
                <a:rect b="b" l="l" r="r" t="t"/>
                <a:pathLst>
                  <a:path extrusionOk="0" h="7625" w="7404">
                    <a:moveTo>
                      <a:pt x="2426" y="0"/>
                    </a:moveTo>
                    <a:lnTo>
                      <a:pt x="2426" y="5639"/>
                    </a:lnTo>
                    <a:cubicBezTo>
                      <a:pt x="2426" y="5860"/>
                      <a:pt x="2237" y="6017"/>
                      <a:pt x="2048" y="6017"/>
                    </a:cubicBezTo>
                    <a:cubicBezTo>
                      <a:pt x="1796" y="6017"/>
                      <a:pt x="1638" y="5828"/>
                      <a:pt x="1638" y="5639"/>
                    </a:cubicBezTo>
                    <a:lnTo>
                      <a:pt x="1638" y="473"/>
                    </a:lnTo>
                    <a:cubicBezTo>
                      <a:pt x="1229" y="851"/>
                      <a:pt x="630" y="1103"/>
                      <a:pt x="0" y="1134"/>
                    </a:cubicBezTo>
                    <a:lnTo>
                      <a:pt x="0" y="7246"/>
                    </a:lnTo>
                    <a:cubicBezTo>
                      <a:pt x="0" y="7467"/>
                      <a:pt x="189" y="7624"/>
                      <a:pt x="378" y="7624"/>
                    </a:cubicBezTo>
                    <a:lnTo>
                      <a:pt x="6994" y="7624"/>
                    </a:lnTo>
                    <a:cubicBezTo>
                      <a:pt x="7246" y="7624"/>
                      <a:pt x="7404" y="7435"/>
                      <a:pt x="7404" y="7246"/>
                    </a:cubicBezTo>
                    <a:lnTo>
                      <a:pt x="7404" y="1134"/>
                    </a:lnTo>
                    <a:cubicBezTo>
                      <a:pt x="6774" y="1071"/>
                      <a:pt x="6175" y="788"/>
                      <a:pt x="5734" y="315"/>
                    </a:cubicBezTo>
                    <a:lnTo>
                      <a:pt x="5734" y="5639"/>
                    </a:lnTo>
                    <a:cubicBezTo>
                      <a:pt x="5734" y="5860"/>
                      <a:pt x="5545" y="6017"/>
                      <a:pt x="5324" y="6017"/>
                    </a:cubicBezTo>
                    <a:cubicBezTo>
                      <a:pt x="5072" y="6017"/>
                      <a:pt x="4915" y="5828"/>
                      <a:pt x="4915" y="5639"/>
                    </a:cubicBezTo>
                    <a:lnTo>
                      <a:pt x="4915" y="0"/>
                    </a:lnTo>
                    <a:lnTo>
                      <a:pt x="4096" y="0"/>
                    </a:lnTo>
                    <a:lnTo>
                      <a:pt x="4096" y="5639"/>
                    </a:lnTo>
                    <a:cubicBezTo>
                      <a:pt x="4096" y="5860"/>
                      <a:pt x="3907" y="6017"/>
                      <a:pt x="3686" y="6017"/>
                    </a:cubicBezTo>
                    <a:cubicBezTo>
                      <a:pt x="3466" y="6017"/>
                      <a:pt x="3277" y="5828"/>
                      <a:pt x="3277" y="5639"/>
                    </a:cubicBezTo>
                    <a:lnTo>
                      <a:pt x="32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-40250475" y="3688025"/>
                <a:ext cx="66950" cy="20500"/>
              </a:xfrm>
              <a:custGeom>
                <a:rect b="b" l="l" r="r" t="t"/>
                <a:pathLst>
                  <a:path extrusionOk="0" h="820" w="2678">
                    <a:moveTo>
                      <a:pt x="0" y="1"/>
                    </a:moveTo>
                    <a:cubicBezTo>
                      <a:pt x="32" y="127"/>
                      <a:pt x="32" y="284"/>
                      <a:pt x="32" y="379"/>
                    </a:cubicBezTo>
                    <a:cubicBezTo>
                      <a:pt x="32" y="536"/>
                      <a:pt x="32" y="662"/>
                      <a:pt x="0" y="788"/>
                    </a:cubicBezTo>
                    <a:lnTo>
                      <a:pt x="2666" y="788"/>
                    </a:lnTo>
                    <a:cubicBezTo>
                      <a:pt x="2615" y="649"/>
                      <a:pt x="2615" y="555"/>
                      <a:pt x="2615" y="379"/>
                    </a:cubicBezTo>
                    <a:cubicBezTo>
                      <a:pt x="2615" y="284"/>
                      <a:pt x="2615" y="127"/>
                      <a:pt x="2678" y="1"/>
                    </a:cubicBezTo>
                    <a:close/>
                    <a:moveTo>
                      <a:pt x="2666" y="788"/>
                    </a:moveTo>
                    <a:cubicBezTo>
                      <a:pt x="2670" y="799"/>
                      <a:pt x="2674" y="809"/>
                      <a:pt x="2678" y="820"/>
                    </a:cubicBezTo>
                    <a:lnTo>
                      <a:pt x="2678" y="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713225" y="564025"/>
            <a:ext cx="7717500" cy="5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grpSp>
        <p:nvGrpSpPr>
          <p:cNvPr id="189" name="Google Shape;189;p18"/>
          <p:cNvGrpSpPr/>
          <p:nvPr/>
        </p:nvGrpSpPr>
        <p:grpSpPr>
          <a:xfrm>
            <a:off x="-650102" y="4126679"/>
            <a:ext cx="2170507" cy="2170507"/>
            <a:chOff x="4008240" y="1896120"/>
            <a:chExt cx="1703160" cy="1703160"/>
          </a:xfrm>
        </p:grpSpPr>
        <p:sp>
          <p:nvSpPr>
            <p:cNvPr id="190" name="Google Shape;190;p18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18"/>
          <p:cNvSpPr/>
          <p:nvPr/>
        </p:nvSpPr>
        <p:spPr>
          <a:xfrm>
            <a:off x="-1115001" y="-574597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248235" y="-80904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8423963" y="141177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>
            <a:off x="7906725" y="4717950"/>
            <a:ext cx="958167" cy="239549"/>
            <a:chOff x="7380000" y="1200450"/>
            <a:chExt cx="958167" cy="239549"/>
          </a:xfrm>
        </p:grpSpPr>
        <p:sp>
          <p:nvSpPr>
            <p:cNvPr id="206" name="Google Shape;206;p18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" type="subTitle"/>
          </p:nvPr>
        </p:nvSpPr>
        <p:spPr>
          <a:xfrm>
            <a:off x="4892500" y="2886800"/>
            <a:ext cx="34857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5" name="Google Shape;215;p19"/>
          <p:cNvSpPr txBox="1"/>
          <p:nvPr>
            <p:ph type="title"/>
          </p:nvPr>
        </p:nvSpPr>
        <p:spPr>
          <a:xfrm>
            <a:off x="4892500" y="952000"/>
            <a:ext cx="34857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216" name="Google Shape;216;p19"/>
          <p:cNvSpPr/>
          <p:nvPr>
            <p:ph idx="2" type="pic"/>
          </p:nvPr>
        </p:nvSpPr>
        <p:spPr>
          <a:xfrm>
            <a:off x="478375" y="573000"/>
            <a:ext cx="3997500" cy="399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19"/>
          <p:cNvSpPr/>
          <p:nvPr/>
        </p:nvSpPr>
        <p:spPr>
          <a:xfrm>
            <a:off x="-704833" y="-16558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-786765" y="2481048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9"/>
          <p:cNvSpPr/>
          <p:nvPr/>
        </p:nvSpPr>
        <p:spPr>
          <a:xfrm flipH="1" rot="9085730">
            <a:off x="7523246" y="-697943"/>
            <a:ext cx="1815073" cy="1815073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625735" y="3676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9"/>
          <p:cNvGrpSpPr/>
          <p:nvPr/>
        </p:nvGrpSpPr>
        <p:grpSpPr>
          <a:xfrm>
            <a:off x="7801725" y="4608575"/>
            <a:ext cx="958167" cy="239549"/>
            <a:chOff x="7380000" y="1200450"/>
            <a:chExt cx="958167" cy="239549"/>
          </a:xfrm>
        </p:grpSpPr>
        <p:sp>
          <p:nvSpPr>
            <p:cNvPr id="222" name="Google Shape;222;p19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2275200" y="1433700"/>
            <a:ext cx="4593600" cy="227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1" name="Google Shape;231;p20"/>
          <p:cNvSpPr/>
          <p:nvPr/>
        </p:nvSpPr>
        <p:spPr>
          <a:xfrm>
            <a:off x="7535736" y="-190022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-1747333" y="2629417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-1070102" y="1055454"/>
            <a:ext cx="2170507" cy="2170507"/>
            <a:chOff x="4008240" y="1896120"/>
            <a:chExt cx="1703160" cy="1703160"/>
          </a:xfrm>
        </p:grpSpPr>
        <p:sp>
          <p:nvSpPr>
            <p:cNvPr id="234" name="Google Shape;234;p20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4863325" y="4608575"/>
            <a:ext cx="958167" cy="239549"/>
            <a:chOff x="7380000" y="1200450"/>
            <a:chExt cx="958167" cy="239549"/>
          </a:xfrm>
        </p:grpSpPr>
        <p:sp>
          <p:nvSpPr>
            <p:cNvPr id="247" name="Google Shape;247;p20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20"/>
          <p:cNvSpPr/>
          <p:nvPr/>
        </p:nvSpPr>
        <p:spPr>
          <a:xfrm>
            <a:off x="6176473" y="-58196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20"/>
          <p:cNvGrpSpPr/>
          <p:nvPr/>
        </p:nvGrpSpPr>
        <p:grpSpPr>
          <a:xfrm>
            <a:off x="7932338" y="3263450"/>
            <a:ext cx="751800" cy="751800"/>
            <a:chOff x="3261675" y="4177888"/>
            <a:chExt cx="751800" cy="751800"/>
          </a:xfrm>
        </p:grpSpPr>
        <p:sp>
          <p:nvSpPr>
            <p:cNvPr id="255" name="Google Shape;255;p20"/>
            <p:cNvSpPr/>
            <p:nvPr/>
          </p:nvSpPr>
          <p:spPr>
            <a:xfrm>
              <a:off x="3261675" y="4177888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256" name="Google Shape;256;p20"/>
            <p:cNvGrpSpPr/>
            <p:nvPr/>
          </p:nvGrpSpPr>
          <p:grpSpPr>
            <a:xfrm>
              <a:off x="3469434" y="4384166"/>
              <a:ext cx="336296" cy="339235"/>
              <a:chOff x="4464775" y="3806475"/>
              <a:chExt cx="477625" cy="481800"/>
            </a:xfrm>
          </p:grpSpPr>
          <p:sp>
            <p:nvSpPr>
              <p:cNvPr id="257" name="Google Shape;257;p20"/>
              <p:cNvSpPr/>
              <p:nvPr/>
            </p:nvSpPr>
            <p:spPr>
              <a:xfrm>
                <a:off x="4726375" y="3806475"/>
                <a:ext cx="56500" cy="141125"/>
              </a:xfrm>
              <a:custGeom>
                <a:rect b="b" l="l" r="r" t="t"/>
                <a:pathLst>
                  <a:path extrusionOk="0" h="5645" w="2260">
                    <a:moveTo>
                      <a:pt x="1133" y="1"/>
                    </a:moveTo>
                    <a:cubicBezTo>
                      <a:pt x="978" y="1"/>
                      <a:pt x="823" y="64"/>
                      <a:pt x="712" y="189"/>
                    </a:cubicBezTo>
                    <a:cubicBezTo>
                      <a:pt x="504" y="421"/>
                      <a:pt x="522" y="776"/>
                      <a:pt x="754" y="984"/>
                    </a:cubicBezTo>
                    <a:cubicBezTo>
                      <a:pt x="832" y="1056"/>
                      <a:pt x="1130" y="1385"/>
                      <a:pt x="1130" y="1695"/>
                    </a:cubicBezTo>
                    <a:cubicBezTo>
                      <a:pt x="1130" y="1990"/>
                      <a:pt x="850" y="2315"/>
                      <a:pt x="754" y="2402"/>
                    </a:cubicBezTo>
                    <a:cubicBezTo>
                      <a:pt x="678" y="2472"/>
                      <a:pt x="1" y="3101"/>
                      <a:pt x="1" y="3953"/>
                    </a:cubicBezTo>
                    <a:cubicBezTo>
                      <a:pt x="1" y="4802"/>
                      <a:pt x="675" y="5432"/>
                      <a:pt x="754" y="5501"/>
                    </a:cubicBezTo>
                    <a:cubicBezTo>
                      <a:pt x="861" y="5597"/>
                      <a:pt x="995" y="5644"/>
                      <a:pt x="1128" y="5644"/>
                    </a:cubicBezTo>
                    <a:cubicBezTo>
                      <a:pt x="1283" y="5644"/>
                      <a:pt x="1437" y="5580"/>
                      <a:pt x="1549" y="5456"/>
                    </a:cubicBezTo>
                    <a:cubicBezTo>
                      <a:pt x="1757" y="5224"/>
                      <a:pt x="1735" y="4869"/>
                      <a:pt x="1507" y="4661"/>
                    </a:cubicBezTo>
                    <a:cubicBezTo>
                      <a:pt x="1428" y="4588"/>
                      <a:pt x="1130" y="4260"/>
                      <a:pt x="1130" y="3950"/>
                    </a:cubicBezTo>
                    <a:cubicBezTo>
                      <a:pt x="1130" y="3655"/>
                      <a:pt x="1410" y="3330"/>
                      <a:pt x="1507" y="3242"/>
                    </a:cubicBezTo>
                    <a:cubicBezTo>
                      <a:pt x="1585" y="3173"/>
                      <a:pt x="2259" y="2544"/>
                      <a:pt x="2259" y="1692"/>
                    </a:cubicBezTo>
                    <a:cubicBezTo>
                      <a:pt x="2259" y="842"/>
                      <a:pt x="1585" y="213"/>
                      <a:pt x="1507" y="144"/>
                    </a:cubicBezTo>
                    <a:cubicBezTo>
                      <a:pt x="1399" y="48"/>
                      <a:pt x="1266" y="1"/>
                      <a:pt x="1133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8" name="Google Shape;258;p20"/>
              <p:cNvSpPr/>
              <p:nvPr/>
            </p:nvSpPr>
            <p:spPr>
              <a:xfrm>
                <a:off x="4641700" y="3806475"/>
                <a:ext cx="56475" cy="141125"/>
              </a:xfrm>
              <a:custGeom>
                <a:rect b="b" l="l" r="r" t="t"/>
                <a:pathLst>
                  <a:path extrusionOk="0" h="5645" w="2259">
                    <a:moveTo>
                      <a:pt x="1132" y="1"/>
                    </a:moveTo>
                    <a:cubicBezTo>
                      <a:pt x="977" y="1"/>
                      <a:pt x="823" y="64"/>
                      <a:pt x="711" y="189"/>
                    </a:cubicBezTo>
                    <a:cubicBezTo>
                      <a:pt x="503" y="421"/>
                      <a:pt x="521" y="776"/>
                      <a:pt x="753" y="984"/>
                    </a:cubicBezTo>
                    <a:cubicBezTo>
                      <a:pt x="831" y="1056"/>
                      <a:pt x="1130" y="1385"/>
                      <a:pt x="1130" y="1695"/>
                    </a:cubicBezTo>
                    <a:cubicBezTo>
                      <a:pt x="1130" y="1990"/>
                      <a:pt x="849" y="2315"/>
                      <a:pt x="753" y="2402"/>
                    </a:cubicBezTo>
                    <a:cubicBezTo>
                      <a:pt x="678" y="2472"/>
                      <a:pt x="0" y="3101"/>
                      <a:pt x="0" y="3953"/>
                    </a:cubicBezTo>
                    <a:cubicBezTo>
                      <a:pt x="0" y="4802"/>
                      <a:pt x="675" y="5432"/>
                      <a:pt x="753" y="5501"/>
                    </a:cubicBezTo>
                    <a:cubicBezTo>
                      <a:pt x="860" y="5597"/>
                      <a:pt x="994" y="5644"/>
                      <a:pt x="1127" y="5644"/>
                    </a:cubicBezTo>
                    <a:cubicBezTo>
                      <a:pt x="1282" y="5644"/>
                      <a:pt x="1436" y="5580"/>
                      <a:pt x="1548" y="5456"/>
                    </a:cubicBezTo>
                    <a:cubicBezTo>
                      <a:pt x="1756" y="5224"/>
                      <a:pt x="1735" y="4869"/>
                      <a:pt x="1506" y="4661"/>
                    </a:cubicBezTo>
                    <a:cubicBezTo>
                      <a:pt x="1428" y="4588"/>
                      <a:pt x="1130" y="4260"/>
                      <a:pt x="1130" y="3950"/>
                    </a:cubicBezTo>
                    <a:cubicBezTo>
                      <a:pt x="1130" y="3655"/>
                      <a:pt x="1410" y="3330"/>
                      <a:pt x="1506" y="3242"/>
                    </a:cubicBezTo>
                    <a:cubicBezTo>
                      <a:pt x="1581" y="3173"/>
                      <a:pt x="2259" y="2544"/>
                      <a:pt x="2259" y="1692"/>
                    </a:cubicBezTo>
                    <a:cubicBezTo>
                      <a:pt x="2259" y="842"/>
                      <a:pt x="1581" y="213"/>
                      <a:pt x="1506" y="144"/>
                    </a:cubicBezTo>
                    <a:cubicBezTo>
                      <a:pt x="1399" y="48"/>
                      <a:pt x="1265" y="1"/>
                      <a:pt x="1132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59" name="Google Shape;259;p20"/>
              <p:cNvSpPr/>
              <p:nvPr/>
            </p:nvSpPr>
            <p:spPr>
              <a:xfrm>
                <a:off x="4557000" y="3806475"/>
                <a:ext cx="56500" cy="141125"/>
              </a:xfrm>
              <a:custGeom>
                <a:rect b="b" l="l" r="r" t="t"/>
                <a:pathLst>
                  <a:path extrusionOk="0" h="5645" w="2260">
                    <a:moveTo>
                      <a:pt x="1132" y="1"/>
                    </a:moveTo>
                    <a:cubicBezTo>
                      <a:pt x="977" y="1"/>
                      <a:pt x="823" y="64"/>
                      <a:pt x="711" y="189"/>
                    </a:cubicBezTo>
                    <a:cubicBezTo>
                      <a:pt x="504" y="421"/>
                      <a:pt x="522" y="776"/>
                      <a:pt x="753" y="984"/>
                    </a:cubicBezTo>
                    <a:cubicBezTo>
                      <a:pt x="832" y="1056"/>
                      <a:pt x="1130" y="1385"/>
                      <a:pt x="1130" y="1695"/>
                    </a:cubicBezTo>
                    <a:cubicBezTo>
                      <a:pt x="1130" y="1990"/>
                      <a:pt x="850" y="2315"/>
                      <a:pt x="753" y="2402"/>
                    </a:cubicBezTo>
                    <a:cubicBezTo>
                      <a:pt x="678" y="2472"/>
                      <a:pt x="1" y="3101"/>
                      <a:pt x="1" y="3953"/>
                    </a:cubicBezTo>
                    <a:cubicBezTo>
                      <a:pt x="1" y="4802"/>
                      <a:pt x="675" y="5432"/>
                      <a:pt x="753" y="5501"/>
                    </a:cubicBezTo>
                    <a:cubicBezTo>
                      <a:pt x="861" y="5597"/>
                      <a:pt x="994" y="5644"/>
                      <a:pt x="1127" y="5644"/>
                    </a:cubicBezTo>
                    <a:cubicBezTo>
                      <a:pt x="1282" y="5644"/>
                      <a:pt x="1437" y="5580"/>
                      <a:pt x="1548" y="5456"/>
                    </a:cubicBezTo>
                    <a:cubicBezTo>
                      <a:pt x="1756" y="5224"/>
                      <a:pt x="1735" y="4869"/>
                      <a:pt x="1506" y="4661"/>
                    </a:cubicBezTo>
                    <a:cubicBezTo>
                      <a:pt x="1428" y="4588"/>
                      <a:pt x="1130" y="4260"/>
                      <a:pt x="1130" y="3950"/>
                    </a:cubicBezTo>
                    <a:cubicBezTo>
                      <a:pt x="1130" y="3655"/>
                      <a:pt x="1410" y="3330"/>
                      <a:pt x="1506" y="3242"/>
                    </a:cubicBezTo>
                    <a:cubicBezTo>
                      <a:pt x="1582" y="3173"/>
                      <a:pt x="2259" y="2544"/>
                      <a:pt x="2259" y="1692"/>
                    </a:cubicBezTo>
                    <a:cubicBezTo>
                      <a:pt x="2259" y="842"/>
                      <a:pt x="1582" y="213"/>
                      <a:pt x="1506" y="144"/>
                    </a:cubicBezTo>
                    <a:cubicBezTo>
                      <a:pt x="1399" y="48"/>
                      <a:pt x="1265" y="1"/>
                      <a:pt x="1132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0" name="Google Shape;260;p20"/>
              <p:cNvSpPr/>
              <p:nvPr/>
            </p:nvSpPr>
            <p:spPr>
              <a:xfrm>
                <a:off x="4464775" y="4230875"/>
                <a:ext cx="395250" cy="57400"/>
              </a:xfrm>
              <a:custGeom>
                <a:rect b="b" l="l" r="r" t="t"/>
                <a:pathLst>
                  <a:path extrusionOk="0" h="2296" w="1581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910" y="1130"/>
                    </a:lnTo>
                    <a:lnTo>
                      <a:pt x="2006" y="1359"/>
                    </a:lnTo>
                    <a:cubicBezTo>
                      <a:pt x="2291" y="1932"/>
                      <a:pt x="2875" y="2295"/>
                      <a:pt x="3516" y="2295"/>
                    </a:cubicBezTo>
                    <a:cubicBezTo>
                      <a:pt x="3519" y="2295"/>
                      <a:pt x="3521" y="2295"/>
                      <a:pt x="3524" y="2295"/>
                    </a:cubicBezTo>
                    <a:lnTo>
                      <a:pt x="12290" y="2295"/>
                    </a:lnTo>
                    <a:cubicBezTo>
                      <a:pt x="12292" y="2295"/>
                      <a:pt x="12295" y="2295"/>
                      <a:pt x="12298" y="2295"/>
                    </a:cubicBezTo>
                    <a:cubicBezTo>
                      <a:pt x="12936" y="2295"/>
                      <a:pt x="13520" y="1932"/>
                      <a:pt x="13804" y="1359"/>
                    </a:cubicBezTo>
                    <a:lnTo>
                      <a:pt x="13901" y="1130"/>
                    </a:lnTo>
                    <a:lnTo>
                      <a:pt x="15247" y="1130"/>
                    </a:lnTo>
                    <a:cubicBezTo>
                      <a:pt x="15557" y="1130"/>
                      <a:pt x="15810" y="877"/>
                      <a:pt x="15810" y="564"/>
                    </a:cubicBezTo>
                    <a:cubicBezTo>
                      <a:pt x="15810" y="251"/>
                      <a:pt x="15557" y="1"/>
                      <a:pt x="15247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1" name="Google Shape;261;p20"/>
              <p:cNvSpPr/>
              <p:nvPr/>
            </p:nvSpPr>
            <p:spPr>
              <a:xfrm>
                <a:off x="4840675" y="4007300"/>
                <a:ext cx="101725" cy="166025"/>
              </a:xfrm>
              <a:custGeom>
                <a:rect b="b" l="l" r="r" t="t"/>
                <a:pathLst>
                  <a:path extrusionOk="0" h="6641" w="4069">
                    <a:moveTo>
                      <a:pt x="1870" y="0"/>
                    </a:moveTo>
                    <a:cubicBezTo>
                      <a:pt x="1852" y="380"/>
                      <a:pt x="1837" y="759"/>
                      <a:pt x="1795" y="1130"/>
                    </a:cubicBezTo>
                    <a:cubicBezTo>
                      <a:pt x="1927" y="1181"/>
                      <a:pt x="2048" y="1256"/>
                      <a:pt x="2150" y="1355"/>
                    </a:cubicBezTo>
                    <a:cubicBezTo>
                      <a:pt x="2800" y="2006"/>
                      <a:pt x="2433" y="3469"/>
                      <a:pt x="1352" y="4550"/>
                    </a:cubicBezTo>
                    <a:cubicBezTo>
                      <a:pt x="1177" y="4722"/>
                      <a:pt x="991" y="4879"/>
                      <a:pt x="792" y="5017"/>
                    </a:cubicBezTo>
                    <a:cubicBezTo>
                      <a:pt x="566" y="5577"/>
                      <a:pt x="301" y="6119"/>
                      <a:pt x="0" y="6640"/>
                    </a:cubicBezTo>
                    <a:cubicBezTo>
                      <a:pt x="747" y="6429"/>
                      <a:pt x="1506" y="5993"/>
                      <a:pt x="2150" y="5348"/>
                    </a:cubicBezTo>
                    <a:cubicBezTo>
                      <a:pt x="3716" y="3782"/>
                      <a:pt x="4068" y="1678"/>
                      <a:pt x="2948" y="557"/>
                    </a:cubicBezTo>
                    <a:cubicBezTo>
                      <a:pt x="2656" y="268"/>
                      <a:pt x="2280" y="97"/>
                      <a:pt x="1870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62" name="Google Shape;262;p20"/>
              <p:cNvSpPr/>
              <p:nvPr/>
            </p:nvSpPr>
            <p:spPr>
              <a:xfrm>
                <a:off x="4464775" y="3976800"/>
                <a:ext cx="395250" cy="225875"/>
              </a:xfrm>
              <a:custGeom>
                <a:rect b="b" l="l" r="r" t="t"/>
                <a:pathLst>
                  <a:path extrusionOk="0" h="9035" w="15810">
                    <a:moveTo>
                      <a:pt x="564" y="1"/>
                    </a:moveTo>
                    <a:cubicBezTo>
                      <a:pt x="254" y="1"/>
                      <a:pt x="1" y="251"/>
                      <a:pt x="1" y="564"/>
                    </a:cubicBezTo>
                    <a:cubicBezTo>
                      <a:pt x="1" y="3930"/>
                      <a:pt x="1157" y="7026"/>
                      <a:pt x="3075" y="9035"/>
                    </a:cubicBezTo>
                    <a:lnTo>
                      <a:pt x="12735" y="9035"/>
                    </a:lnTo>
                    <a:cubicBezTo>
                      <a:pt x="14654" y="7026"/>
                      <a:pt x="15810" y="3930"/>
                      <a:pt x="15810" y="564"/>
                    </a:cubicBezTo>
                    <a:cubicBezTo>
                      <a:pt x="15810" y="251"/>
                      <a:pt x="15557" y="1"/>
                      <a:pt x="15244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63" name="Google Shape;263;p20"/>
          <p:cNvGrpSpPr/>
          <p:nvPr/>
        </p:nvGrpSpPr>
        <p:grpSpPr>
          <a:xfrm>
            <a:off x="7180538" y="4096313"/>
            <a:ext cx="751800" cy="751800"/>
            <a:chOff x="3271725" y="147575"/>
            <a:chExt cx="751800" cy="751800"/>
          </a:xfrm>
        </p:grpSpPr>
        <p:sp>
          <p:nvSpPr>
            <p:cNvPr id="264" name="Google Shape;264;p20"/>
            <p:cNvSpPr/>
            <p:nvPr/>
          </p:nvSpPr>
          <p:spPr>
            <a:xfrm>
              <a:off x="3271725" y="147575"/>
              <a:ext cx="751800" cy="751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265" name="Google Shape;265;p20"/>
            <p:cNvGrpSpPr/>
            <p:nvPr/>
          </p:nvGrpSpPr>
          <p:grpSpPr>
            <a:xfrm>
              <a:off x="3473045" y="348910"/>
              <a:ext cx="349163" cy="349133"/>
              <a:chOff x="4628325" y="3599825"/>
              <a:chExt cx="295400" cy="295375"/>
            </a:xfrm>
          </p:grpSpPr>
          <p:sp>
            <p:nvSpPr>
              <p:cNvPr id="266" name="Google Shape;266;p20"/>
              <p:cNvSpPr/>
              <p:nvPr/>
            </p:nvSpPr>
            <p:spPr>
              <a:xfrm>
                <a:off x="4679525" y="3686450"/>
                <a:ext cx="17350" cy="86675"/>
              </a:xfrm>
              <a:custGeom>
                <a:rect b="b" l="l" r="r" t="t"/>
                <a:pathLst>
                  <a:path extrusionOk="0" h="3467" w="694">
                    <a:moveTo>
                      <a:pt x="0" y="1"/>
                    </a:moveTo>
                    <a:lnTo>
                      <a:pt x="0" y="3466"/>
                    </a:lnTo>
                    <a:lnTo>
                      <a:pt x="694" y="3466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0"/>
              <p:cNvSpPr/>
              <p:nvPr/>
            </p:nvSpPr>
            <p:spPr>
              <a:xfrm>
                <a:off x="4854375" y="3686450"/>
                <a:ext cx="18150" cy="86675"/>
              </a:xfrm>
              <a:custGeom>
                <a:rect b="b" l="l" r="r" t="t"/>
                <a:pathLst>
                  <a:path extrusionOk="0" h="3467" w="726">
                    <a:moveTo>
                      <a:pt x="1" y="1"/>
                    </a:moveTo>
                    <a:lnTo>
                      <a:pt x="1" y="3466"/>
                    </a:lnTo>
                    <a:lnTo>
                      <a:pt x="725" y="3466"/>
                    </a:lnTo>
                    <a:lnTo>
                      <a:pt x="725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/>
              <p:nvPr/>
            </p:nvSpPr>
            <p:spPr>
              <a:xfrm>
                <a:off x="4679525" y="3790425"/>
                <a:ext cx="17350" cy="104000"/>
              </a:xfrm>
              <a:custGeom>
                <a:rect b="b" l="l" r="r" t="t"/>
                <a:pathLst>
                  <a:path extrusionOk="0" h="4160" w="694">
                    <a:moveTo>
                      <a:pt x="0" y="0"/>
                    </a:moveTo>
                    <a:lnTo>
                      <a:pt x="0" y="4159"/>
                    </a:lnTo>
                    <a:lnTo>
                      <a:pt x="694" y="415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0"/>
              <p:cNvSpPr/>
              <p:nvPr/>
            </p:nvSpPr>
            <p:spPr>
              <a:xfrm>
                <a:off x="4854375" y="3790425"/>
                <a:ext cx="18150" cy="104000"/>
              </a:xfrm>
              <a:custGeom>
                <a:rect b="b" l="l" r="r" t="t"/>
                <a:pathLst>
                  <a:path extrusionOk="0" h="4160" w="726">
                    <a:moveTo>
                      <a:pt x="1" y="0"/>
                    </a:moveTo>
                    <a:lnTo>
                      <a:pt x="1" y="4159"/>
                    </a:lnTo>
                    <a:lnTo>
                      <a:pt x="725" y="4159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0"/>
              <p:cNvSpPr/>
              <p:nvPr/>
            </p:nvSpPr>
            <p:spPr>
              <a:xfrm>
                <a:off x="4628325" y="3686450"/>
                <a:ext cx="34675" cy="86675"/>
              </a:xfrm>
              <a:custGeom>
                <a:rect b="b" l="l" r="r" t="t"/>
                <a:pathLst>
                  <a:path extrusionOk="0" h="3467" w="1387">
                    <a:moveTo>
                      <a:pt x="1009" y="1"/>
                    </a:moveTo>
                    <a:cubicBezTo>
                      <a:pt x="442" y="1"/>
                      <a:pt x="1" y="442"/>
                      <a:pt x="1" y="1009"/>
                    </a:cubicBezTo>
                    <a:lnTo>
                      <a:pt x="1" y="2049"/>
                    </a:lnTo>
                    <a:cubicBezTo>
                      <a:pt x="1" y="2427"/>
                      <a:pt x="158" y="2773"/>
                      <a:pt x="442" y="3025"/>
                    </a:cubicBezTo>
                    <a:cubicBezTo>
                      <a:pt x="662" y="3340"/>
                      <a:pt x="1009" y="3466"/>
                      <a:pt x="1387" y="3466"/>
                    </a:cubicBezTo>
                    <a:lnTo>
                      <a:pt x="1387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0"/>
              <p:cNvSpPr/>
              <p:nvPr/>
            </p:nvSpPr>
            <p:spPr>
              <a:xfrm>
                <a:off x="4714975" y="3686450"/>
                <a:ext cx="122100" cy="86675"/>
              </a:xfrm>
              <a:custGeom>
                <a:rect b="b" l="l" r="r" t="t"/>
                <a:pathLst>
                  <a:path extrusionOk="0" h="3467" w="4884">
                    <a:moveTo>
                      <a:pt x="0" y="1"/>
                    </a:moveTo>
                    <a:lnTo>
                      <a:pt x="0" y="3466"/>
                    </a:lnTo>
                    <a:lnTo>
                      <a:pt x="4883" y="3466"/>
                    </a:lnTo>
                    <a:lnTo>
                      <a:pt x="4883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0"/>
              <p:cNvSpPr/>
              <p:nvPr/>
            </p:nvSpPr>
            <p:spPr>
              <a:xfrm>
                <a:off x="4889025" y="3777825"/>
                <a:ext cx="34700" cy="117375"/>
              </a:xfrm>
              <a:custGeom>
                <a:rect b="b" l="l" r="r" t="t"/>
                <a:pathLst>
                  <a:path extrusionOk="0" h="4695" w="1388">
                    <a:moveTo>
                      <a:pt x="1387" y="0"/>
                    </a:moveTo>
                    <a:cubicBezTo>
                      <a:pt x="977" y="315"/>
                      <a:pt x="505" y="504"/>
                      <a:pt x="1" y="504"/>
                    </a:cubicBezTo>
                    <a:lnTo>
                      <a:pt x="1" y="4695"/>
                    </a:lnTo>
                    <a:lnTo>
                      <a:pt x="347" y="4695"/>
                    </a:lnTo>
                    <a:cubicBezTo>
                      <a:pt x="946" y="4695"/>
                      <a:pt x="1387" y="4222"/>
                      <a:pt x="1387" y="3655"/>
                    </a:cubicBezTo>
                    <a:lnTo>
                      <a:pt x="1387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0"/>
              <p:cNvSpPr/>
              <p:nvPr/>
            </p:nvSpPr>
            <p:spPr>
              <a:xfrm>
                <a:off x="4628325" y="3777825"/>
                <a:ext cx="34675" cy="116600"/>
              </a:xfrm>
              <a:custGeom>
                <a:rect b="b" l="l" r="r" t="t"/>
                <a:pathLst>
                  <a:path extrusionOk="0" h="4664" w="1387">
                    <a:moveTo>
                      <a:pt x="1" y="0"/>
                    </a:moveTo>
                    <a:lnTo>
                      <a:pt x="1" y="3655"/>
                    </a:lnTo>
                    <a:cubicBezTo>
                      <a:pt x="1" y="4222"/>
                      <a:pt x="442" y="4663"/>
                      <a:pt x="1009" y="4663"/>
                    </a:cubicBezTo>
                    <a:lnTo>
                      <a:pt x="1387" y="4663"/>
                    </a:lnTo>
                    <a:lnTo>
                      <a:pt x="1387" y="504"/>
                    </a:lnTo>
                    <a:cubicBezTo>
                      <a:pt x="851" y="504"/>
                      <a:pt x="379" y="315"/>
                      <a:pt x="1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0"/>
              <p:cNvSpPr/>
              <p:nvPr/>
            </p:nvSpPr>
            <p:spPr>
              <a:xfrm>
                <a:off x="4766950" y="3790425"/>
                <a:ext cx="17350" cy="18150"/>
              </a:xfrm>
              <a:custGeom>
                <a:rect b="b" l="l" r="r" t="t"/>
                <a:pathLst>
                  <a:path extrusionOk="0" h="726" w="694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694" y="568"/>
                      <a:pt x="694" y="347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0"/>
              <p:cNvSpPr/>
              <p:nvPr/>
            </p:nvSpPr>
            <p:spPr>
              <a:xfrm>
                <a:off x="4889025" y="3686450"/>
                <a:ext cx="34700" cy="86675"/>
              </a:xfrm>
              <a:custGeom>
                <a:rect b="b" l="l" r="r" t="t"/>
                <a:pathLst>
                  <a:path extrusionOk="0" h="3467" w="1388">
                    <a:moveTo>
                      <a:pt x="1" y="1"/>
                    </a:moveTo>
                    <a:lnTo>
                      <a:pt x="1" y="3466"/>
                    </a:lnTo>
                    <a:cubicBezTo>
                      <a:pt x="347" y="3466"/>
                      <a:pt x="662" y="3340"/>
                      <a:pt x="946" y="3088"/>
                    </a:cubicBezTo>
                    <a:cubicBezTo>
                      <a:pt x="1229" y="2836"/>
                      <a:pt x="1387" y="2458"/>
                      <a:pt x="1387" y="2080"/>
                    </a:cubicBezTo>
                    <a:lnTo>
                      <a:pt x="1387" y="1040"/>
                    </a:lnTo>
                    <a:cubicBezTo>
                      <a:pt x="1387" y="442"/>
                      <a:pt x="914" y="1"/>
                      <a:pt x="347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0"/>
              <p:cNvSpPr/>
              <p:nvPr/>
            </p:nvSpPr>
            <p:spPr>
              <a:xfrm>
                <a:off x="4714975" y="3790425"/>
                <a:ext cx="122100" cy="104000"/>
              </a:xfrm>
              <a:custGeom>
                <a:rect b="b" l="l" r="r" t="t"/>
                <a:pathLst>
                  <a:path extrusionOk="0" h="4160" w="4884">
                    <a:moveTo>
                      <a:pt x="0" y="0"/>
                    </a:moveTo>
                    <a:lnTo>
                      <a:pt x="0" y="4159"/>
                    </a:lnTo>
                    <a:lnTo>
                      <a:pt x="4883" y="4159"/>
                    </a:lnTo>
                    <a:lnTo>
                      <a:pt x="4883" y="0"/>
                    </a:lnTo>
                    <a:lnTo>
                      <a:pt x="3466" y="0"/>
                    </a:lnTo>
                    <a:lnTo>
                      <a:pt x="3466" y="347"/>
                    </a:lnTo>
                    <a:cubicBezTo>
                      <a:pt x="3466" y="946"/>
                      <a:pt x="2993" y="1387"/>
                      <a:pt x="2426" y="1387"/>
                    </a:cubicBezTo>
                    <a:cubicBezTo>
                      <a:pt x="1827" y="1387"/>
                      <a:pt x="1418" y="914"/>
                      <a:pt x="1418" y="347"/>
                    </a:cubicBez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0"/>
              <p:cNvSpPr/>
              <p:nvPr/>
            </p:nvSpPr>
            <p:spPr>
              <a:xfrm>
                <a:off x="4714175" y="3599825"/>
                <a:ext cx="122100" cy="69325"/>
              </a:xfrm>
              <a:custGeom>
                <a:rect b="b" l="l" r="r" t="t"/>
                <a:pathLst>
                  <a:path extrusionOk="0" h="2773" w="4884">
                    <a:moveTo>
                      <a:pt x="2427" y="0"/>
                    </a:moveTo>
                    <a:cubicBezTo>
                      <a:pt x="1103" y="0"/>
                      <a:pt x="1" y="1103"/>
                      <a:pt x="1" y="2426"/>
                    </a:cubicBezTo>
                    <a:lnTo>
                      <a:pt x="1" y="2773"/>
                    </a:lnTo>
                    <a:lnTo>
                      <a:pt x="1355" y="2773"/>
                    </a:lnTo>
                    <a:lnTo>
                      <a:pt x="1355" y="2426"/>
                    </a:lnTo>
                    <a:cubicBezTo>
                      <a:pt x="1355" y="1828"/>
                      <a:pt x="1828" y="1418"/>
                      <a:pt x="2395" y="1418"/>
                    </a:cubicBezTo>
                    <a:cubicBezTo>
                      <a:pt x="2994" y="1418"/>
                      <a:pt x="3403" y="1891"/>
                      <a:pt x="3403" y="2426"/>
                    </a:cubicBezTo>
                    <a:lnTo>
                      <a:pt x="3403" y="2773"/>
                    </a:lnTo>
                    <a:lnTo>
                      <a:pt x="4884" y="2773"/>
                    </a:lnTo>
                    <a:lnTo>
                      <a:pt x="4884" y="2426"/>
                    </a:lnTo>
                    <a:cubicBezTo>
                      <a:pt x="4884" y="1103"/>
                      <a:pt x="3781" y="0"/>
                      <a:pt x="2427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8" name="Google Shape;278;p20"/>
          <p:cNvGrpSpPr/>
          <p:nvPr/>
        </p:nvGrpSpPr>
        <p:grpSpPr>
          <a:xfrm>
            <a:off x="1523388" y="338075"/>
            <a:ext cx="751800" cy="751800"/>
            <a:chOff x="1523388" y="338075"/>
            <a:chExt cx="751800" cy="751800"/>
          </a:xfrm>
        </p:grpSpPr>
        <p:sp>
          <p:nvSpPr>
            <p:cNvPr id="279" name="Google Shape;279;p20"/>
            <p:cNvSpPr/>
            <p:nvPr/>
          </p:nvSpPr>
          <p:spPr>
            <a:xfrm>
              <a:off x="1523388" y="338075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280" name="Google Shape;280;p20"/>
            <p:cNvGrpSpPr/>
            <p:nvPr/>
          </p:nvGrpSpPr>
          <p:grpSpPr>
            <a:xfrm>
              <a:off x="1683141" y="594207"/>
              <a:ext cx="432310" cy="239543"/>
              <a:chOff x="903075" y="2730000"/>
              <a:chExt cx="475275" cy="26335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986725" y="2807325"/>
                <a:ext cx="308000" cy="108800"/>
              </a:xfrm>
              <a:custGeom>
                <a:rect b="b" l="l" r="r" t="t"/>
                <a:pathLst>
                  <a:path extrusionOk="0" h="4352" w="12320">
                    <a:moveTo>
                      <a:pt x="6161" y="482"/>
                    </a:moveTo>
                    <a:cubicBezTo>
                      <a:pt x="6845" y="482"/>
                      <a:pt x="7462" y="894"/>
                      <a:pt x="7724" y="1527"/>
                    </a:cubicBezTo>
                    <a:cubicBezTo>
                      <a:pt x="7986" y="2159"/>
                      <a:pt x="7838" y="2888"/>
                      <a:pt x="7357" y="3370"/>
                    </a:cubicBezTo>
                    <a:cubicBezTo>
                      <a:pt x="7032" y="3694"/>
                      <a:pt x="6599" y="3866"/>
                      <a:pt x="6158" y="3866"/>
                    </a:cubicBezTo>
                    <a:cubicBezTo>
                      <a:pt x="5940" y="3866"/>
                      <a:pt x="5720" y="3824"/>
                      <a:pt x="5511" y="3737"/>
                    </a:cubicBezTo>
                    <a:cubicBezTo>
                      <a:pt x="4881" y="3475"/>
                      <a:pt x="4469" y="2858"/>
                      <a:pt x="4469" y="2174"/>
                    </a:cubicBezTo>
                    <a:cubicBezTo>
                      <a:pt x="4469" y="1241"/>
                      <a:pt x="5225" y="482"/>
                      <a:pt x="6161" y="482"/>
                    </a:cubicBezTo>
                    <a:close/>
                    <a:moveTo>
                      <a:pt x="1418" y="0"/>
                    </a:moveTo>
                    <a:cubicBezTo>
                      <a:pt x="1220" y="684"/>
                      <a:pt x="684" y="1220"/>
                      <a:pt x="0" y="1415"/>
                    </a:cubicBezTo>
                    <a:lnTo>
                      <a:pt x="0" y="2933"/>
                    </a:lnTo>
                    <a:cubicBezTo>
                      <a:pt x="684" y="3129"/>
                      <a:pt x="1220" y="3665"/>
                      <a:pt x="1418" y="4351"/>
                    </a:cubicBezTo>
                    <a:lnTo>
                      <a:pt x="10904" y="4351"/>
                    </a:lnTo>
                    <a:cubicBezTo>
                      <a:pt x="11100" y="3665"/>
                      <a:pt x="11636" y="3129"/>
                      <a:pt x="12319" y="2933"/>
                    </a:cubicBezTo>
                    <a:lnTo>
                      <a:pt x="12319" y="1415"/>
                    </a:lnTo>
                    <a:cubicBezTo>
                      <a:pt x="11636" y="1220"/>
                      <a:pt x="11100" y="684"/>
                      <a:pt x="109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1126675" y="2847600"/>
                <a:ext cx="28100" cy="28175"/>
              </a:xfrm>
              <a:custGeom>
                <a:rect b="b" l="l" r="r" t="t"/>
                <a:pathLst>
                  <a:path extrusionOk="0" h="1127" w="1124">
                    <a:moveTo>
                      <a:pt x="563" y="0"/>
                    </a:moveTo>
                    <a:cubicBezTo>
                      <a:pt x="250" y="0"/>
                      <a:pt x="0" y="253"/>
                      <a:pt x="0" y="563"/>
                    </a:cubicBezTo>
                    <a:cubicBezTo>
                      <a:pt x="0" y="873"/>
                      <a:pt x="250" y="1126"/>
                      <a:pt x="563" y="1126"/>
                    </a:cubicBezTo>
                    <a:cubicBezTo>
                      <a:pt x="873" y="1126"/>
                      <a:pt x="1123" y="873"/>
                      <a:pt x="1123" y="563"/>
                    </a:cubicBezTo>
                    <a:cubicBezTo>
                      <a:pt x="1123" y="253"/>
                      <a:pt x="873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903075" y="2730000"/>
                <a:ext cx="475275" cy="263350"/>
              </a:xfrm>
              <a:custGeom>
                <a:rect b="b" l="l" r="r" t="t"/>
                <a:pathLst>
                  <a:path extrusionOk="0" h="10534" w="19011">
                    <a:moveTo>
                      <a:pt x="14735" y="1964"/>
                    </a:moveTo>
                    <a:cubicBezTo>
                      <a:pt x="15045" y="1964"/>
                      <a:pt x="15298" y="2217"/>
                      <a:pt x="15298" y="2530"/>
                    </a:cubicBezTo>
                    <a:cubicBezTo>
                      <a:pt x="15298" y="3042"/>
                      <a:pt x="15716" y="3460"/>
                      <a:pt x="16231" y="3460"/>
                    </a:cubicBezTo>
                    <a:cubicBezTo>
                      <a:pt x="16541" y="3460"/>
                      <a:pt x="16794" y="3713"/>
                      <a:pt x="16794" y="4026"/>
                    </a:cubicBezTo>
                    <a:lnTo>
                      <a:pt x="16794" y="6511"/>
                    </a:lnTo>
                    <a:cubicBezTo>
                      <a:pt x="16794" y="6821"/>
                      <a:pt x="16541" y="7074"/>
                      <a:pt x="16231" y="7074"/>
                    </a:cubicBezTo>
                    <a:cubicBezTo>
                      <a:pt x="15716" y="7074"/>
                      <a:pt x="15298" y="7492"/>
                      <a:pt x="15298" y="8007"/>
                    </a:cubicBezTo>
                    <a:cubicBezTo>
                      <a:pt x="15298" y="8318"/>
                      <a:pt x="15045" y="8570"/>
                      <a:pt x="14735" y="8570"/>
                    </a:cubicBezTo>
                    <a:lnTo>
                      <a:pt x="4277" y="8570"/>
                    </a:lnTo>
                    <a:cubicBezTo>
                      <a:pt x="3966" y="8570"/>
                      <a:pt x="3714" y="8318"/>
                      <a:pt x="3714" y="8007"/>
                    </a:cubicBezTo>
                    <a:cubicBezTo>
                      <a:pt x="3714" y="7492"/>
                      <a:pt x="3295" y="7074"/>
                      <a:pt x="2783" y="7074"/>
                    </a:cubicBezTo>
                    <a:cubicBezTo>
                      <a:pt x="2470" y="7074"/>
                      <a:pt x="2217" y="6821"/>
                      <a:pt x="2217" y="6511"/>
                    </a:cubicBezTo>
                    <a:lnTo>
                      <a:pt x="2217" y="4026"/>
                    </a:lnTo>
                    <a:cubicBezTo>
                      <a:pt x="2217" y="3713"/>
                      <a:pt x="2470" y="3460"/>
                      <a:pt x="2783" y="3460"/>
                    </a:cubicBezTo>
                    <a:cubicBezTo>
                      <a:pt x="3295" y="3460"/>
                      <a:pt x="3714" y="3042"/>
                      <a:pt x="3714" y="2530"/>
                    </a:cubicBezTo>
                    <a:cubicBezTo>
                      <a:pt x="3714" y="2217"/>
                      <a:pt x="3966" y="1964"/>
                      <a:pt x="4277" y="1964"/>
                    </a:cubicBezTo>
                    <a:close/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lnTo>
                      <a:pt x="1" y="9968"/>
                    </a:lnTo>
                    <a:cubicBezTo>
                      <a:pt x="1" y="10281"/>
                      <a:pt x="254" y="10534"/>
                      <a:pt x="567" y="10534"/>
                    </a:cubicBezTo>
                    <a:lnTo>
                      <a:pt x="18445" y="10534"/>
                    </a:lnTo>
                    <a:cubicBezTo>
                      <a:pt x="18758" y="10534"/>
                      <a:pt x="19011" y="10281"/>
                      <a:pt x="19011" y="9968"/>
                    </a:cubicBezTo>
                    <a:lnTo>
                      <a:pt x="19011" y="567"/>
                    </a:lnTo>
                    <a:cubicBezTo>
                      <a:pt x="19011" y="253"/>
                      <a:pt x="18758" y="0"/>
                      <a:pt x="184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84" name="Google Shape;284;p20"/>
          <p:cNvGrpSpPr/>
          <p:nvPr/>
        </p:nvGrpSpPr>
        <p:grpSpPr>
          <a:xfrm>
            <a:off x="562613" y="1065356"/>
            <a:ext cx="751800" cy="751800"/>
            <a:chOff x="7117613" y="322856"/>
            <a:chExt cx="751800" cy="751800"/>
          </a:xfrm>
        </p:grpSpPr>
        <p:sp>
          <p:nvSpPr>
            <p:cNvPr id="285" name="Google Shape;285;p20"/>
            <p:cNvSpPr/>
            <p:nvPr/>
          </p:nvSpPr>
          <p:spPr>
            <a:xfrm>
              <a:off x="7117613" y="322856"/>
              <a:ext cx="751800" cy="7518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286" name="Google Shape;286;p20"/>
            <p:cNvGrpSpPr/>
            <p:nvPr/>
          </p:nvGrpSpPr>
          <p:grpSpPr>
            <a:xfrm>
              <a:off x="7323889" y="529123"/>
              <a:ext cx="339253" cy="339253"/>
              <a:chOff x="5651375" y="3806450"/>
              <a:chExt cx="481825" cy="481825"/>
            </a:xfrm>
          </p:grpSpPr>
          <p:sp>
            <p:nvSpPr>
              <p:cNvPr id="287" name="Google Shape;287;p20"/>
              <p:cNvSpPr/>
              <p:nvPr/>
            </p:nvSpPr>
            <p:spPr>
              <a:xfrm>
                <a:off x="5793425" y="3976800"/>
                <a:ext cx="28250" cy="28275"/>
              </a:xfrm>
              <a:custGeom>
                <a:rect b="b" l="l" r="r" t="t"/>
                <a:pathLst>
                  <a:path extrusionOk="0" h="1131" w="1130">
                    <a:moveTo>
                      <a:pt x="567" y="1"/>
                    </a:moveTo>
                    <a:cubicBezTo>
                      <a:pt x="253" y="1"/>
                      <a:pt x="0" y="251"/>
                      <a:pt x="0" y="564"/>
                    </a:cubicBezTo>
                    <a:cubicBezTo>
                      <a:pt x="0" y="877"/>
                      <a:pt x="253" y="1130"/>
                      <a:pt x="567" y="1130"/>
                    </a:cubicBezTo>
                    <a:cubicBezTo>
                      <a:pt x="877" y="1130"/>
                      <a:pt x="1130" y="877"/>
                      <a:pt x="1130" y="564"/>
                    </a:cubicBezTo>
                    <a:cubicBezTo>
                      <a:pt x="1130" y="251"/>
                      <a:pt x="877" y="1"/>
                      <a:pt x="5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8" name="Google Shape;288;p20"/>
              <p:cNvSpPr/>
              <p:nvPr/>
            </p:nvSpPr>
            <p:spPr>
              <a:xfrm>
                <a:off x="5794475" y="4089725"/>
                <a:ext cx="195600" cy="84725"/>
              </a:xfrm>
              <a:custGeom>
                <a:rect b="b" l="l" r="r" t="t"/>
                <a:pathLst>
                  <a:path extrusionOk="0" h="3389" w="7824">
                    <a:moveTo>
                      <a:pt x="1" y="1"/>
                    </a:moveTo>
                    <a:cubicBezTo>
                      <a:pt x="284" y="1943"/>
                      <a:pt x="1949" y="3385"/>
                      <a:pt x="3912" y="3388"/>
                    </a:cubicBezTo>
                    <a:cubicBezTo>
                      <a:pt x="5875" y="3385"/>
                      <a:pt x="7541" y="1943"/>
                      <a:pt x="78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89" name="Google Shape;289;p20"/>
              <p:cNvSpPr/>
              <p:nvPr/>
            </p:nvSpPr>
            <p:spPr>
              <a:xfrm>
                <a:off x="5651375" y="3806450"/>
                <a:ext cx="481825" cy="481825"/>
              </a:xfrm>
              <a:custGeom>
                <a:rect b="b" l="l" r="r" t="t"/>
                <a:pathLst>
                  <a:path extrusionOk="0" h="19273" w="19273">
                    <a:moveTo>
                      <a:pt x="6249" y="5686"/>
                    </a:moveTo>
                    <a:cubicBezTo>
                      <a:pt x="6932" y="5686"/>
                      <a:pt x="7549" y="6098"/>
                      <a:pt x="7811" y="6730"/>
                    </a:cubicBezTo>
                    <a:cubicBezTo>
                      <a:pt x="8073" y="7363"/>
                      <a:pt x="7929" y="8092"/>
                      <a:pt x="7444" y="8576"/>
                    </a:cubicBezTo>
                    <a:cubicBezTo>
                      <a:pt x="7122" y="8901"/>
                      <a:pt x="6689" y="9073"/>
                      <a:pt x="6248" y="9073"/>
                    </a:cubicBezTo>
                    <a:cubicBezTo>
                      <a:pt x="6029" y="9073"/>
                      <a:pt x="5808" y="9031"/>
                      <a:pt x="5598" y="8944"/>
                    </a:cubicBezTo>
                    <a:cubicBezTo>
                      <a:pt x="4966" y="8682"/>
                      <a:pt x="4553" y="8064"/>
                      <a:pt x="4553" y="7378"/>
                    </a:cubicBezTo>
                    <a:cubicBezTo>
                      <a:pt x="4556" y="6441"/>
                      <a:pt x="5312" y="5686"/>
                      <a:pt x="6249" y="5686"/>
                    </a:cubicBezTo>
                    <a:close/>
                    <a:moveTo>
                      <a:pt x="13024" y="5683"/>
                    </a:moveTo>
                    <a:cubicBezTo>
                      <a:pt x="13242" y="5683"/>
                      <a:pt x="13462" y="5725"/>
                      <a:pt x="13671" y="5812"/>
                    </a:cubicBezTo>
                    <a:cubicBezTo>
                      <a:pt x="14304" y="6074"/>
                      <a:pt x="14716" y="6691"/>
                      <a:pt x="14716" y="7378"/>
                    </a:cubicBezTo>
                    <a:cubicBezTo>
                      <a:pt x="14716" y="8314"/>
                      <a:pt x="13957" y="9073"/>
                      <a:pt x="13024" y="9073"/>
                    </a:cubicBezTo>
                    <a:cubicBezTo>
                      <a:pt x="12337" y="9073"/>
                      <a:pt x="11720" y="8658"/>
                      <a:pt x="11458" y="8025"/>
                    </a:cubicBezTo>
                    <a:cubicBezTo>
                      <a:pt x="11196" y="7393"/>
                      <a:pt x="11341" y="6664"/>
                      <a:pt x="11825" y="6179"/>
                    </a:cubicBezTo>
                    <a:cubicBezTo>
                      <a:pt x="12150" y="5855"/>
                      <a:pt x="12583" y="5683"/>
                      <a:pt x="13024" y="5683"/>
                    </a:cubicBezTo>
                    <a:close/>
                    <a:moveTo>
                      <a:pt x="14153" y="10202"/>
                    </a:moveTo>
                    <a:cubicBezTo>
                      <a:pt x="14463" y="10202"/>
                      <a:pt x="14716" y="10452"/>
                      <a:pt x="14716" y="10766"/>
                    </a:cubicBezTo>
                    <a:cubicBezTo>
                      <a:pt x="14716" y="13566"/>
                      <a:pt x="12437" y="15849"/>
                      <a:pt x="9636" y="15849"/>
                    </a:cubicBezTo>
                    <a:cubicBezTo>
                      <a:pt x="6833" y="15849"/>
                      <a:pt x="4553" y="13566"/>
                      <a:pt x="4553" y="10766"/>
                    </a:cubicBezTo>
                    <a:cubicBezTo>
                      <a:pt x="4553" y="10452"/>
                      <a:pt x="4806" y="10202"/>
                      <a:pt x="5119" y="10202"/>
                    </a:cubicBezTo>
                    <a:close/>
                    <a:moveTo>
                      <a:pt x="9636" y="0"/>
                    </a:moveTo>
                    <a:cubicBezTo>
                      <a:pt x="4342" y="0"/>
                      <a:pt x="0" y="4343"/>
                      <a:pt x="0" y="9636"/>
                    </a:cubicBezTo>
                    <a:cubicBezTo>
                      <a:pt x="0" y="14930"/>
                      <a:pt x="4342" y="19272"/>
                      <a:pt x="9636" y="19272"/>
                    </a:cubicBezTo>
                    <a:cubicBezTo>
                      <a:pt x="14927" y="19272"/>
                      <a:pt x="19272" y="14930"/>
                      <a:pt x="19272" y="9636"/>
                    </a:cubicBezTo>
                    <a:cubicBezTo>
                      <a:pt x="19272" y="4343"/>
                      <a:pt x="14930" y="0"/>
                      <a:pt x="96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5962800" y="3976800"/>
                <a:ext cx="28250" cy="28275"/>
              </a:xfrm>
              <a:custGeom>
                <a:rect b="b" l="l" r="r" t="t"/>
                <a:pathLst>
                  <a:path extrusionOk="0" h="1131" w="113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cubicBezTo>
                      <a:pt x="1" y="877"/>
                      <a:pt x="254" y="1130"/>
                      <a:pt x="567" y="1130"/>
                    </a:cubicBezTo>
                    <a:cubicBezTo>
                      <a:pt x="877" y="1130"/>
                      <a:pt x="1130" y="877"/>
                      <a:pt x="1130" y="564"/>
                    </a:cubicBezTo>
                    <a:cubicBezTo>
                      <a:pt x="1130" y="251"/>
                      <a:pt x="877" y="1"/>
                      <a:pt x="5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291" name="Google Shape;29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/>
          <p:nvPr>
            <p:ph type="title"/>
          </p:nvPr>
        </p:nvSpPr>
        <p:spPr>
          <a:xfrm>
            <a:off x="1954050" y="1147275"/>
            <a:ext cx="42009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4" name="Google Shape;294;p21"/>
          <p:cNvSpPr txBox="1"/>
          <p:nvPr>
            <p:ph idx="1" type="subTitle"/>
          </p:nvPr>
        </p:nvSpPr>
        <p:spPr>
          <a:xfrm>
            <a:off x="1954050" y="2060425"/>
            <a:ext cx="4200900" cy="14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5" name="Google Shape;295;p21"/>
          <p:cNvSpPr/>
          <p:nvPr/>
        </p:nvSpPr>
        <p:spPr>
          <a:xfrm>
            <a:off x="8279988" y="298580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-687501" y="3739978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-314265" y="231303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236372" y="-1186722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7E4E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21"/>
          <p:cNvGrpSpPr/>
          <p:nvPr/>
        </p:nvGrpSpPr>
        <p:grpSpPr>
          <a:xfrm>
            <a:off x="6861573" y="3605904"/>
            <a:ext cx="2170507" cy="2170507"/>
            <a:chOff x="4008240" y="1896120"/>
            <a:chExt cx="1703160" cy="1703160"/>
          </a:xfrm>
        </p:grpSpPr>
        <p:sp>
          <p:nvSpPr>
            <p:cNvPr id="300" name="Google Shape;300;p21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1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1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1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1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21"/>
          <p:cNvGrpSpPr/>
          <p:nvPr/>
        </p:nvGrpSpPr>
        <p:grpSpPr>
          <a:xfrm>
            <a:off x="8209650" y="912425"/>
            <a:ext cx="751800" cy="751800"/>
            <a:chOff x="8209650" y="912425"/>
            <a:chExt cx="751800" cy="751800"/>
          </a:xfrm>
        </p:grpSpPr>
        <p:sp>
          <p:nvSpPr>
            <p:cNvPr id="313" name="Google Shape;313;p21"/>
            <p:cNvSpPr/>
            <p:nvPr/>
          </p:nvSpPr>
          <p:spPr>
            <a:xfrm flipH="1" rot="10800000">
              <a:off x="8209650" y="912425"/>
              <a:ext cx="751800" cy="751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314" name="Google Shape;314;p21"/>
            <p:cNvGrpSpPr/>
            <p:nvPr/>
          </p:nvGrpSpPr>
          <p:grpSpPr>
            <a:xfrm>
              <a:off x="8404900" y="1111922"/>
              <a:ext cx="361292" cy="352803"/>
              <a:chOff x="-28463700" y="3914875"/>
              <a:chExt cx="303275" cy="296150"/>
            </a:xfrm>
          </p:grpSpPr>
          <p:sp>
            <p:nvSpPr>
              <p:cNvPr id="315" name="Google Shape;315;p21"/>
              <p:cNvSpPr/>
              <p:nvPr/>
            </p:nvSpPr>
            <p:spPr>
              <a:xfrm>
                <a:off x="-28333725" y="4057375"/>
                <a:ext cx="86650" cy="64650"/>
              </a:xfrm>
              <a:custGeom>
                <a:rect b="b" l="l" r="r" t="t"/>
                <a:pathLst>
                  <a:path extrusionOk="0" h="2586" w="3466">
                    <a:moveTo>
                      <a:pt x="614" y="0"/>
                    </a:moveTo>
                    <a:cubicBezTo>
                      <a:pt x="287" y="0"/>
                      <a:pt x="0" y="305"/>
                      <a:pt x="0" y="696"/>
                    </a:cubicBezTo>
                    <a:cubicBezTo>
                      <a:pt x="0" y="1326"/>
                      <a:pt x="1008" y="2019"/>
                      <a:pt x="1733" y="2586"/>
                    </a:cubicBezTo>
                    <a:cubicBezTo>
                      <a:pt x="2426" y="2019"/>
                      <a:pt x="3466" y="1326"/>
                      <a:pt x="3466" y="696"/>
                    </a:cubicBezTo>
                    <a:cubicBezTo>
                      <a:pt x="3466" y="349"/>
                      <a:pt x="3214" y="3"/>
                      <a:pt x="2741" y="3"/>
                    </a:cubicBezTo>
                    <a:cubicBezTo>
                      <a:pt x="2237" y="3"/>
                      <a:pt x="2048" y="570"/>
                      <a:pt x="2048" y="570"/>
                    </a:cubicBezTo>
                    <a:cubicBezTo>
                      <a:pt x="2001" y="743"/>
                      <a:pt x="1851" y="830"/>
                      <a:pt x="1701" y="830"/>
                    </a:cubicBezTo>
                    <a:cubicBezTo>
                      <a:pt x="1552" y="830"/>
                      <a:pt x="1402" y="743"/>
                      <a:pt x="1355" y="570"/>
                    </a:cubicBezTo>
                    <a:cubicBezTo>
                      <a:pt x="1355" y="538"/>
                      <a:pt x="1166" y="3"/>
                      <a:pt x="662" y="3"/>
                    </a:cubicBezTo>
                    <a:cubicBezTo>
                      <a:pt x="646" y="1"/>
                      <a:pt x="630" y="0"/>
                      <a:pt x="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1"/>
              <p:cNvSpPr/>
              <p:nvPr/>
            </p:nvSpPr>
            <p:spPr>
              <a:xfrm>
                <a:off x="-28463700" y="3914875"/>
                <a:ext cx="303275" cy="296150"/>
              </a:xfrm>
              <a:custGeom>
                <a:rect b="b" l="l" r="r" t="t"/>
                <a:pathLst>
                  <a:path extrusionOk="0" h="11846" w="12131">
                    <a:moveTo>
                      <a:pt x="3744" y="3555"/>
                    </a:moveTo>
                    <a:cubicBezTo>
                      <a:pt x="3907" y="3555"/>
                      <a:pt x="4040" y="3674"/>
                      <a:pt x="4096" y="3844"/>
                    </a:cubicBezTo>
                    <a:cubicBezTo>
                      <a:pt x="4128" y="4033"/>
                      <a:pt x="3970" y="4190"/>
                      <a:pt x="3813" y="4253"/>
                    </a:cubicBezTo>
                    <a:cubicBezTo>
                      <a:pt x="2931" y="4379"/>
                      <a:pt x="2427" y="5451"/>
                      <a:pt x="2899" y="6333"/>
                    </a:cubicBezTo>
                    <a:cubicBezTo>
                      <a:pt x="2994" y="6490"/>
                      <a:pt x="2931" y="6711"/>
                      <a:pt x="2773" y="6805"/>
                    </a:cubicBezTo>
                    <a:cubicBezTo>
                      <a:pt x="2723" y="6825"/>
                      <a:pt x="2667" y="6836"/>
                      <a:pt x="2611" y="6836"/>
                    </a:cubicBezTo>
                    <a:cubicBezTo>
                      <a:pt x="2489" y="6836"/>
                      <a:pt x="2365" y="6787"/>
                      <a:pt x="2301" y="6679"/>
                    </a:cubicBezTo>
                    <a:cubicBezTo>
                      <a:pt x="1608" y="5419"/>
                      <a:pt x="2364" y="3812"/>
                      <a:pt x="3687" y="3560"/>
                    </a:cubicBezTo>
                    <a:cubicBezTo>
                      <a:pt x="3706" y="3557"/>
                      <a:pt x="3726" y="3555"/>
                      <a:pt x="3744" y="3555"/>
                    </a:cubicBezTo>
                    <a:close/>
                    <a:moveTo>
                      <a:pt x="7940" y="4946"/>
                    </a:moveTo>
                    <a:cubicBezTo>
                      <a:pt x="8728" y="4946"/>
                      <a:pt x="9326" y="5577"/>
                      <a:pt x="9326" y="6364"/>
                    </a:cubicBezTo>
                    <a:cubicBezTo>
                      <a:pt x="9326" y="7341"/>
                      <a:pt x="8381" y="7939"/>
                      <a:pt x="7121" y="9011"/>
                    </a:cubicBezTo>
                    <a:cubicBezTo>
                      <a:pt x="7058" y="9074"/>
                      <a:pt x="6979" y="9105"/>
                      <a:pt x="6900" y="9105"/>
                    </a:cubicBezTo>
                    <a:cubicBezTo>
                      <a:pt x="6822" y="9105"/>
                      <a:pt x="6743" y="9074"/>
                      <a:pt x="6680" y="9011"/>
                    </a:cubicBezTo>
                    <a:cubicBezTo>
                      <a:pt x="5420" y="7971"/>
                      <a:pt x="4474" y="7341"/>
                      <a:pt x="4474" y="6364"/>
                    </a:cubicBezTo>
                    <a:cubicBezTo>
                      <a:pt x="4474" y="5577"/>
                      <a:pt x="5105" y="4946"/>
                      <a:pt x="5861" y="4946"/>
                    </a:cubicBezTo>
                    <a:cubicBezTo>
                      <a:pt x="6365" y="4946"/>
                      <a:pt x="6711" y="5230"/>
                      <a:pt x="6932" y="5451"/>
                    </a:cubicBezTo>
                    <a:cubicBezTo>
                      <a:pt x="7121" y="5198"/>
                      <a:pt x="7467" y="4946"/>
                      <a:pt x="7940" y="4946"/>
                    </a:cubicBezTo>
                    <a:close/>
                    <a:moveTo>
                      <a:pt x="7404" y="0"/>
                    </a:moveTo>
                    <a:cubicBezTo>
                      <a:pt x="6459" y="0"/>
                      <a:pt x="5703" y="788"/>
                      <a:pt x="5703" y="1733"/>
                    </a:cubicBezTo>
                    <a:lnTo>
                      <a:pt x="5703" y="2899"/>
                    </a:lnTo>
                    <a:cubicBezTo>
                      <a:pt x="5136" y="2395"/>
                      <a:pt x="4443" y="2111"/>
                      <a:pt x="3687" y="2111"/>
                    </a:cubicBezTo>
                    <a:cubicBezTo>
                      <a:pt x="1450" y="2111"/>
                      <a:pt x="1" y="4505"/>
                      <a:pt x="977" y="6616"/>
                    </a:cubicBezTo>
                    <a:lnTo>
                      <a:pt x="2899" y="10649"/>
                    </a:lnTo>
                    <a:cubicBezTo>
                      <a:pt x="3246" y="11373"/>
                      <a:pt x="3939" y="11846"/>
                      <a:pt x="4727" y="11846"/>
                    </a:cubicBezTo>
                    <a:cubicBezTo>
                      <a:pt x="5231" y="11846"/>
                      <a:pt x="5703" y="11657"/>
                      <a:pt x="6050" y="11342"/>
                    </a:cubicBezTo>
                    <a:cubicBezTo>
                      <a:pt x="6396" y="11688"/>
                      <a:pt x="6869" y="11846"/>
                      <a:pt x="7404" y="11846"/>
                    </a:cubicBezTo>
                    <a:cubicBezTo>
                      <a:pt x="8192" y="11846"/>
                      <a:pt x="8885" y="11405"/>
                      <a:pt x="9200" y="10649"/>
                    </a:cubicBezTo>
                    <a:lnTo>
                      <a:pt x="11122" y="6616"/>
                    </a:lnTo>
                    <a:cubicBezTo>
                      <a:pt x="12130" y="4505"/>
                      <a:pt x="10618" y="2111"/>
                      <a:pt x="8413" y="2111"/>
                    </a:cubicBezTo>
                    <a:cubicBezTo>
                      <a:pt x="7656" y="2111"/>
                      <a:pt x="6963" y="2395"/>
                      <a:pt x="6396" y="2899"/>
                    </a:cubicBezTo>
                    <a:lnTo>
                      <a:pt x="6396" y="1733"/>
                    </a:lnTo>
                    <a:cubicBezTo>
                      <a:pt x="6396" y="1166"/>
                      <a:pt x="6837" y="693"/>
                      <a:pt x="7404" y="693"/>
                    </a:cubicBezTo>
                    <a:cubicBezTo>
                      <a:pt x="7593" y="693"/>
                      <a:pt x="7751" y="536"/>
                      <a:pt x="7751" y="347"/>
                    </a:cubicBezTo>
                    <a:cubicBezTo>
                      <a:pt x="7751" y="158"/>
                      <a:pt x="7593" y="0"/>
                      <a:pt x="74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7" name="Google Shape;31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>
            <p:ph idx="2" type="pic"/>
          </p:nvPr>
        </p:nvSpPr>
        <p:spPr>
          <a:xfrm>
            <a:off x="-39700" y="-54125"/>
            <a:ext cx="9243600" cy="51975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2"/>
          <p:cNvSpPr txBox="1"/>
          <p:nvPr>
            <p:ph idx="1" type="body"/>
          </p:nvPr>
        </p:nvSpPr>
        <p:spPr>
          <a:xfrm>
            <a:off x="723350" y="539500"/>
            <a:ext cx="7717500" cy="561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00"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321" name="Google Shape;32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>
            <p:ph hasCustomPrompt="1" type="title"/>
          </p:nvPr>
        </p:nvSpPr>
        <p:spPr>
          <a:xfrm>
            <a:off x="2291400" y="1728150"/>
            <a:ext cx="45612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4" name="Google Shape;324;p23"/>
          <p:cNvSpPr txBox="1"/>
          <p:nvPr>
            <p:ph idx="1" type="body"/>
          </p:nvPr>
        </p:nvSpPr>
        <p:spPr>
          <a:xfrm>
            <a:off x="2291400" y="2851050"/>
            <a:ext cx="45612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5" name="Google Shape;325;p23"/>
          <p:cNvSpPr/>
          <p:nvPr/>
        </p:nvSpPr>
        <p:spPr>
          <a:xfrm>
            <a:off x="-777501" y="124978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795735" y="-55196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23"/>
          <p:cNvGrpSpPr/>
          <p:nvPr/>
        </p:nvGrpSpPr>
        <p:grpSpPr>
          <a:xfrm>
            <a:off x="7506348" y="3362479"/>
            <a:ext cx="2170507" cy="2170507"/>
            <a:chOff x="4008240" y="1896120"/>
            <a:chExt cx="1703160" cy="1703160"/>
          </a:xfrm>
        </p:grpSpPr>
        <p:sp>
          <p:nvSpPr>
            <p:cNvPr id="328" name="Google Shape;328;p23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0" name="Google Shape;340;p23"/>
          <p:cNvSpPr/>
          <p:nvPr/>
        </p:nvSpPr>
        <p:spPr>
          <a:xfrm>
            <a:off x="5432495" y="4011775"/>
            <a:ext cx="2412800" cy="2412800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23"/>
          <p:cNvGrpSpPr/>
          <p:nvPr/>
        </p:nvGrpSpPr>
        <p:grpSpPr>
          <a:xfrm>
            <a:off x="6754550" y="298588"/>
            <a:ext cx="751800" cy="751800"/>
            <a:chOff x="1120225" y="163588"/>
            <a:chExt cx="751800" cy="751800"/>
          </a:xfrm>
        </p:grpSpPr>
        <p:sp>
          <p:nvSpPr>
            <p:cNvPr id="342" name="Google Shape;342;p23"/>
            <p:cNvSpPr/>
            <p:nvPr/>
          </p:nvSpPr>
          <p:spPr>
            <a:xfrm>
              <a:off x="1120225" y="163588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343" name="Google Shape;343;p23"/>
            <p:cNvGrpSpPr/>
            <p:nvPr/>
          </p:nvGrpSpPr>
          <p:grpSpPr>
            <a:xfrm>
              <a:off x="1321084" y="364471"/>
              <a:ext cx="350079" cy="350079"/>
              <a:chOff x="3497300" y="3227275"/>
              <a:chExt cx="296175" cy="296175"/>
            </a:xfrm>
          </p:grpSpPr>
          <p:sp>
            <p:nvSpPr>
              <p:cNvPr id="344" name="Google Shape;344;p23"/>
              <p:cNvSpPr/>
              <p:nvPr/>
            </p:nvSpPr>
            <p:spPr>
              <a:xfrm>
                <a:off x="3609925" y="3339900"/>
                <a:ext cx="69350" cy="68550"/>
              </a:xfrm>
              <a:custGeom>
                <a:rect b="b" l="l" r="r" t="t"/>
                <a:pathLst>
                  <a:path extrusionOk="0" h="2742" w="2774">
                    <a:moveTo>
                      <a:pt x="1387" y="1"/>
                    </a:moveTo>
                    <a:cubicBezTo>
                      <a:pt x="631" y="1"/>
                      <a:pt x="1" y="631"/>
                      <a:pt x="1" y="1355"/>
                    </a:cubicBezTo>
                    <a:cubicBezTo>
                      <a:pt x="1" y="2112"/>
                      <a:pt x="631" y="2742"/>
                      <a:pt x="1387" y="2742"/>
                    </a:cubicBezTo>
                    <a:cubicBezTo>
                      <a:pt x="2143" y="2742"/>
                      <a:pt x="2773" y="2112"/>
                      <a:pt x="2773" y="1355"/>
                    </a:cubicBezTo>
                    <a:cubicBezTo>
                      <a:pt x="2773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3"/>
              <p:cNvSpPr/>
              <p:nvPr/>
            </p:nvSpPr>
            <p:spPr>
              <a:xfrm>
                <a:off x="3531175" y="3227275"/>
                <a:ext cx="86650" cy="86675"/>
              </a:xfrm>
              <a:custGeom>
                <a:rect b="b" l="l" r="r" t="t"/>
                <a:pathLst>
                  <a:path extrusionOk="0" h="3467" w="3466"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8"/>
                      <a:pt x="788" y="3466"/>
                      <a:pt x="1733" y="3466"/>
                    </a:cubicBezTo>
                    <a:cubicBezTo>
                      <a:pt x="2741" y="3466"/>
                      <a:pt x="3466" y="2678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3670575" y="3227275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8"/>
                      <a:pt x="788" y="3466"/>
                      <a:pt x="1733" y="3466"/>
                    </a:cubicBezTo>
                    <a:cubicBezTo>
                      <a:pt x="2679" y="3466"/>
                      <a:pt x="3466" y="2678"/>
                      <a:pt x="3466" y="1733"/>
                    </a:cubicBezTo>
                    <a:cubicBezTo>
                      <a:pt x="3466" y="788"/>
                      <a:pt x="2679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3"/>
              <p:cNvSpPr/>
              <p:nvPr/>
            </p:nvSpPr>
            <p:spPr>
              <a:xfrm>
                <a:off x="3622525" y="3421825"/>
                <a:ext cx="41775" cy="25225"/>
              </a:xfrm>
              <a:custGeom>
                <a:rect b="b" l="l" r="r" t="t"/>
                <a:pathLst>
                  <a:path extrusionOk="0" h="1009" w="1671">
                    <a:moveTo>
                      <a:pt x="1" y="0"/>
                    </a:moveTo>
                    <a:lnTo>
                      <a:pt x="851" y="1008"/>
                    </a:lnTo>
                    <a:lnTo>
                      <a:pt x="1671" y="0"/>
                    </a:lnTo>
                    <a:lnTo>
                      <a:pt x="1671" y="0"/>
                    </a:lnTo>
                    <a:cubicBezTo>
                      <a:pt x="1450" y="126"/>
                      <a:pt x="1167" y="158"/>
                      <a:pt x="851" y="158"/>
                    </a:cubicBezTo>
                    <a:cubicBezTo>
                      <a:pt x="568" y="158"/>
                      <a:pt x="284" y="9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3"/>
              <p:cNvSpPr/>
              <p:nvPr/>
            </p:nvSpPr>
            <p:spPr>
              <a:xfrm>
                <a:off x="3566600" y="34163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261" y="1"/>
                    </a:moveTo>
                    <a:cubicBezTo>
                      <a:pt x="474" y="599"/>
                      <a:pt x="1" y="1513"/>
                      <a:pt x="1" y="2490"/>
                    </a:cubicBezTo>
                    <a:lnTo>
                      <a:pt x="1" y="3907"/>
                    </a:lnTo>
                    <a:cubicBezTo>
                      <a:pt x="1" y="4096"/>
                      <a:pt x="158" y="4254"/>
                      <a:pt x="379" y="4254"/>
                    </a:cubicBezTo>
                    <a:lnTo>
                      <a:pt x="2805" y="4254"/>
                    </a:lnTo>
                    <a:lnTo>
                      <a:pt x="2805" y="1891"/>
                    </a:ln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3"/>
              <p:cNvSpPr/>
              <p:nvPr/>
            </p:nvSpPr>
            <p:spPr>
              <a:xfrm>
                <a:off x="3653250" y="34171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544" y="0"/>
                    </a:moveTo>
                    <a:lnTo>
                      <a:pt x="1" y="1890"/>
                    </a:lnTo>
                    <a:lnTo>
                      <a:pt x="1" y="4253"/>
                    </a:lnTo>
                    <a:lnTo>
                      <a:pt x="2458" y="4253"/>
                    </a:lnTo>
                    <a:cubicBezTo>
                      <a:pt x="2647" y="4253"/>
                      <a:pt x="2804" y="4096"/>
                      <a:pt x="2804" y="3907"/>
                    </a:cubicBezTo>
                    <a:lnTo>
                      <a:pt x="2804" y="2489"/>
                    </a:lnTo>
                    <a:cubicBezTo>
                      <a:pt x="2773" y="1481"/>
                      <a:pt x="2300" y="567"/>
                      <a:pt x="1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3"/>
              <p:cNvSpPr/>
              <p:nvPr/>
            </p:nvSpPr>
            <p:spPr>
              <a:xfrm>
                <a:off x="3655625" y="3310775"/>
                <a:ext cx="137850" cy="108700"/>
              </a:xfrm>
              <a:custGeom>
                <a:rect b="b" l="l" r="r" t="t"/>
                <a:pathLst>
                  <a:path extrusionOk="0" h="4348" w="5514">
                    <a:moveTo>
                      <a:pt x="3686" y="1512"/>
                    </a:moveTo>
                    <a:cubicBezTo>
                      <a:pt x="3907" y="1512"/>
                      <a:pt x="4064" y="1670"/>
                      <a:pt x="4064" y="1859"/>
                    </a:cubicBezTo>
                    <a:cubicBezTo>
                      <a:pt x="4064" y="2048"/>
                      <a:pt x="3907" y="2205"/>
                      <a:pt x="3686" y="2205"/>
                    </a:cubicBezTo>
                    <a:lnTo>
                      <a:pt x="2993" y="2205"/>
                    </a:lnTo>
                    <a:cubicBezTo>
                      <a:pt x="2804" y="2205"/>
                      <a:pt x="2646" y="2048"/>
                      <a:pt x="2646" y="1859"/>
                    </a:cubicBezTo>
                    <a:cubicBezTo>
                      <a:pt x="2646" y="1670"/>
                      <a:pt x="2804" y="1512"/>
                      <a:pt x="2993" y="1512"/>
                    </a:cubicBezTo>
                    <a:close/>
                    <a:moveTo>
                      <a:pt x="4127" y="0"/>
                    </a:moveTo>
                    <a:cubicBezTo>
                      <a:pt x="3686" y="536"/>
                      <a:pt x="3056" y="851"/>
                      <a:pt x="2331" y="851"/>
                    </a:cubicBezTo>
                    <a:cubicBezTo>
                      <a:pt x="1607" y="851"/>
                      <a:pt x="977" y="504"/>
                      <a:pt x="536" y="63"/>
                    </a:cubicBezTo>
                    <a:cubicBezTo>
                      <a:pt x="347" y="221"/>
                      <a:pt x="158" y="378"/>
                      <a:pt x="0" y="567"/>
                    </a:cubicBezTo>
                    <a:cubicBezTo>
                      <a:pt x="945" y="756"/>
                      <a:pt x="1638" y="1575"/>
                      <a:pt x="1638" y="2615"/>
                    </a:cubicBezTo>
                    <a:cubicBezTo>
                      <a:pt x="1638" y="2930"/>
                      <a:pt x="1575" y="3214"/>
                      <a:pt x="1449" y="3466"/>
                    </a:cubicBezTo>
                    <a:cubicBezTo>
                      <a:pt x="1859" y="3718"/>
                      <a:pt x="2205" y="4001"/>
                      <a:pt x="2520" y="4348"/>
                    </a:cubicBezTo>
                    <a:lnTo>
                      <a:pt x="5167" y="4348"/>
                    </a:lnTo>
                    <a:cubicBezTo>
                      <a:pt x="5356" y="4348"/>
                      <a:pt x="5513" y="4190"/>
                      <a:pt x="5513" y="4001"/>
                    </a:cubicBezTo>
                    <a:lnTo>
                      <a:pt x="5513" y="2615"/>
                    </a:lnTo>
                    <a:cubicBezTo>
                      <a:pt x="5482" y="1512"/>
                      <a:pt x="4915" y="567"/>
                      <a:pt x="41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3"/>
              <p:cNvSpPr/>
              <p:nvPr/>
            </p:nvSpPr>
            <p:spPr>
              <a:xfrm>
                <a:off x="3497300" y="3309975"/>
                <a:ext cx="136275" cy="108725"/>
              </a:xfrm>
              <a:custGeom>
                <a:rect b="b" l="l" r="r" t="t"/>
                <a:pathLst>
                  <a:path extrusionOk="0" h="4349" w="5451">
                    <a:moveTo>
                      <a:pt x="2426" y="1544"/>
                    </a:moveTo>
                    <a:cubicBezTo>
                      <a:pt x="2615" y="1544"/>
                      <a:pt x="2773" y="1702"/>
                      <a:pt x="2773" y="1891"/>
                    </a:cubicBezTo>
                    <a:cubicBezTo>
                      <a:pt x="2773" y="2080"/>
                      <a:pt x="2615" y="2237"/>
                      <a:pt x="2426" y="2237"/>
                    </a:cubicBezTo>
                    <a:lnTo>
                      <a:pt x="1733" y="2237"/>
                    </a:lnTo>
                    <a:cubicBezTo>
                      <a:pt x="1513" y="2237"/>
                      <a:pt x="1355" y="2080"/>
                      <a:pt x="1355" y="1891"/>
                    </a:cubicBezTo>
                    <a:cubicBezTo>
                      <a:pt x="1355" y="1702"/>
                      <a:pt x="1513" y="1544"/>
                      <a:pt x="1733" y="1544"/>
                    </a:cubicBezTo>
                    <a:close/>
                    <a:moveTo>
                      <a:pt x="1324" y="1"/>
                    </a:moveTo>
                    <a:cubicBezTo>
                      <a:pt x="536" y="568"/>
                      <a:pt x="1" y="1513"/>
                      <a:pt x="1" y="2552"/>
                    </a:cubicBezTo>
                    <a:lnTo>
                      <a:pt x="1" y="3939"/>
                    </a:lnTo>
                    <a:cubicBezTo>
                      <a:pt x="1" y="4191"/>
                      <a:pt x="95" y="4348"/>
                      <a:pt x="316" y="4348"/>
                    </a:cubicBezTo>
                    <a:lnTo>
                      <a:pt x="2930" y="4348"/>
                    </a:lnTo>
                    <a:cubicBezTo>
                      <a:pt x="3214" y="3970"/>
                      <a:pt x="3561" y="3655"/>
                      <a:pt x="4002" y="3466"/>
                    </a:cubicBezTo>
                    <a:cubicBezTo>
                      <a:pt x="3876" y="3183"/>
                      <a:pt x="3813" y="2930"/>
                      <a:pt x="3813" y="2615"/>
                    </a:cubicBezTo>
                    <a:cubicBezTo>
                      <a:pt x="3813" y="1607"/>
                      <a:pt x="4506" y="757"/>
                      <a:pt x="5451" y="568"/>
                    </a:cubicBezTo>
                    <a:cubicBezTo>
                      <a:pt x="5293" y="347"/>
                      <a:pt x="5104" y="190"/>
                      <a:pt x="4915" y="32"/>
                    </a:cubicBezTo>
                    <a:cubicBezTo>
                      <a:pt x="4474" y="505"/>
                      <a:pt x="3844" y="820"/>
                      <a:pt x="3151" y="820"/>
                    </a:cubicBezTo>
                    <a:cubicBezTo>
                      <a:pt x="2426" y="820"/>
                      <a:pt x="1796" y="505"/>
                      <a:pt x="1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2" name="Google Shape;352;p23"/>
          <p:cNvGrpSpPr/>
          <p:nvPr/>
        </p:nvGrpSpPr>
        <p:grpSpPr>
          <a:xfrm>
            <a:off x="298275" y="3049963"/>
            <a:ext cx="751800" cy="751800"/>
            <a:chOff x="7622025" y="987388"/>
            <a:chExt cx="751800" cy="751800"/>
          </a:xfrm>
        </p:grpSpPr>
        <p:sp>
          <p:nvSpPr>
            <p:cNvPr id="353" name="Google Shape;353;p23"/>
            <p:cNvSpPr/>
            <p:nvPr/>
          </p:nvSpPr>
          <p:spPr>
            <a:xfrm>
              <a:off x="7622025" y="987388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354" name="Google Shape;354;p23"/>
            <p:cNvGrpSpPr/>
            <p:nvPr/>
          </p:nvGrpSpPr>
          <p:grpSpPr>
            <a:xfrm>
              <a:off x="7822028" y="1200167"/>
              <a:ext cx="351786" cy="326274"/>
              <a:chOff x="-62511900" y="4129100"/>
              <a:chExt cx="304050" cy="282000"/>
            </a:xfrm>
          </p:grpSpPr>
          <p:sp>
            <p:nvSpPr>
              <p:cNvPr id="355" name="Google Shape;355;p23"/>
              <p:cNvSpPr/>
              <p:nvPr/>
            </p:nvSpPr>
            <p:spPr>
              <a:xfrm>
                <a:off x="-62414225" y="4203925"/>
                <a:ext cx="206375" cy="207175"/>
              </a:xfrm>
              <a:custGeom>
                <a:rect b="b" l="l" r="r" t="t"/>
                <a:pathLst>
                  <a:path extrusionOk="0" h="8287" w="8255">
                    <a:moveTo>
                      <a:pt x="4128" y="1229"/>
                    </a:moveTo>
                    <a:cubicBezTo>
                      <a:pt x="4348" y="1229"/>
                      <a:pt x="4506" y="1418"/>
                      <a:pt x="4506" y="1670"/>
                    </a:cubicBezTo>
                    <a:lnTo>
                      <a:pt x="4506" y="1922"/>
                    </a:lnTo>
                    <a:cubicBezTo>
                      <a:pt x="4978" y="2080"/>
                      <a:pt x="5356" y="2552"/>
                      <a:pt x="5356" y="3119"/>
                    </a:cubicBezTo>
                    <a:cubicBezTo>
                      <a:pt x="5356" y="3340"/>
                      <a:pt x="5136" y="3498"/>
                      <a:pt x="4947" y="3498"/>
                    </a:cubicBezTo>
                    <a:cubicBezTo>
                      <a:pt x="4726" y="3498"/>
                      <a:pt x="4506" y="3308"/>
                      <a:pt x="4506" y="3119"/>
                    </a:cubicBezTo>
                    <a:cubicBezTo>
                      <a:pt x="4506" y="2867"/>
                      <a:pt x="4317" y="2710"/>
                      <a:pt x="4128" y="2710"/>
                    </a:cubicBezTo>
                    <a:cubicBezTo>
                      <a:pt x="3939" y="2710"/>
                      <a:pt x="3687" y="2930"/>
                      <a:pt x="3687" y="3119"/>
                    </a:cubicBezTo>
                    <a:cubicBezTo>
                      <a:pt x="3718" y="3340"/>
                      <a:pt x="4033" y="3592"/>
                      <a:pt x="4411" y="3813"/>
                    </a:cubicBezTo>
                    <a:cubicBezTo>
                      <a:pt x="4821" y="4128"/>
                      <a:pt x="5388" y="4537"/>
                      <a:pt x="5388" y="5199"/>
                    </a:cubicBezTo>
                    <a:cubicBezTo>
                      <a:pt x="5388" y="5766"/>
                      <a:pt x="5041" y="6175"/>
                      <a:pt x="4569" y="6396"/>
                    </a:cubicBezTo>
                    <a:lnTo>
                      <a:pt x="4569" y="6648"/>
                    </a:lnTo>
                    <a:cubicBezTo>
                      <a:pt x="4569" y="6900"/>
                      <a:pt x="4348" y="7089"/>
                      <a:pt x="4159" y="7089"/>
                    </a:cubicBezTo>
                    <a:cubicBezTo>
                      <a:pt x="3970" y="7089"/>
                      <a:pt x="3718" y="6900"/>
                      <a:pt x="3718" y="6648"/>
                    </a:cubicBezTo>
                    <a:lnTo>
                      <a:pt x="3718" y="6396"/>
                    </a:lnTo>
                    <a:cubicBezTo>
                      <a:pt x="3245" y="6238"/>
                      <a:pt x="2899" y="5766"/>
                      <a:pt x="2899" y="5199"/>
                    </a:cubicBezTo>
                    <a:cubicBezTo>
                      <a:pt x="2899" y="4978"/>
                      <a:pt x="3088" y="4821"/>
                      <a:pt x="3308" y="4821"/>
                    </a:cubicBezTo>
                    <a:cubicBezTo>
                      <a:pt x="3498" y="4821"/>
                      <a:pt x="3687" y="5010"/>
                      <a:pt x="3687" y="5199"/>
                    </a:cubicBezTo>
                    <a:cubicBezTo>
                      <a:pt x="3687" y="5451"/>
                      <a:pt x="3876" y="5608"/>
                      <a:pt x="4128" y="5608"/>
                    </a:cubicBezTo>
                    <a:cubicBezTo>
                      <a:pt x="4348" y="5608"/>
                      <a:pt x="4506" y="5388"/>
                      <a:pt x="4506" y="5199"/>
                    </a:cubicBezTo>
                    <a:cubicBezTo>
                      <a:pt x="4506" y="4978"/>
                      <a:pt x="4191" y="4726"/>
                      <a:pt x="3844" y="4506"/>
                    </a:cubicBezTo>
                    <a:cubicBezTo>
                      <a:pt x="3403" y="4191"/>
                      <a:pt x="2867" y="3781"/>
                      <a:pt x="2867" y="3119"/>
                    </a:cubicBezTo>
                    <a:cubicBezTo>
                      <a:pt x="2867" y="2552"/>
                      <a:pt x="3214" y="2143"/>
                      <a:pt x="3687" y="1922"/>
                    </a:cubicBezTo>
                    <a:lnTo>
                      <a:pt x="3687" y="1670"/>
                    </a:lnTo>
                    <a:cubicBezTo>
                      <a:pt x="3687" y="1418"/>
                      <a:pt x="3876" y="1229"/>
                      <a:pt x="4128" y="1229"/>
                    </a:cubicBezTo>
                    <a:close/>
                    <a:moveTo>
                      <a:pt x="4128" y="0"/>
                    </a:moveTo>
                    <a:cubicBezTo>
                      <a:pt x="1828" y="0"/>
                      <a:pt x="0" y="1859"/>
                      <a:pt x="0" y="4128"/>
                    </a:cubicBezTo>
                    <a:cubicBezTo>
                      <a:pt x="0" y="6427"/>
                      <a:pt x="1828" y="8286"/>
                      <a:pt x="4128" y="8286"/>
                    </a:cubicBezTo>
                    <a:cubicBezTo>
                      <a:pt x="6396" y="8286"/>
                      <a:pt x="8255" y="6427"/>
                      <a:pt x="8255" y="4128"/>
                    </a:cubicBezTo>
                    <a:cubicBezTo>
                      <a:pt x="8255" y="1859"/>
                      <a:pt x="6396" y="0"/>
                      <a:pt x="4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3"/>
              <p:cNvSpPr/>
              <p:nvPr/>
            </p:nvSpPr>
            <p:spPr>
              <a:xfrm>
                <a:off x="-62511100" y="4129100"/>
                <a:ext cx="159900" cy="74850"/>
              </a:xfrm>
              <a:custGeom>
                <a:rect b="b" l="l" r="r" t="t"/>
                <a:pathLst>
                  <a:path extrusionOk="0" h="2994" w="6396">
                    <a:moveTo>
                      <a:pt x="3214" y="1"/>
                    </a:moveTo>
                    <a:cubicBezTo>
                      <a:pt x="1450" y="1"/>
                      <a:pt x="0" y="662"/>
                      <a:pt x="0" y="1513"/>
                    </a:cubicBezTo>
                    <a:cubicBezTo>
                      <a:pt x="0" y="2332"/>
                      <a:pt x="1450" y="2993"/>
                      <a:pt x="3214" y="2993"/>
                    </a:cubicBezTo>
                    <a:cubicBezTo>
                      <a:pt x="4947" y="2993"/>
                      <a:pt x="6396" y="2332"/>
                      <a:pt x="6396" y="1513"/>
                    </a:cubicBezTo>
                    <a:cubicBezTo>
                      <a:pt x="6396" y="662"/>
                      <a:pt x="4947" y="1"/>
                      <a:pt x="3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3"/>
              <p:cNvSpPr/>
              <p:nvPr/>
            </p:nvSpPr>
            <p:spPr>
              <a:xfrm>
                <a:off x="-62511100" y="4207075"/>
                <a:ext cx="110275" cy="59875"/>
              </a:xfrm>
              <a:custGeom>
                <a:rect b="b" l="l" r="r" t="t"/>
                <a:pathLst>
                  <a:path extrusionOk="0" h="2395" w="4411">
                    <a:moveTo>
                      <a:pt x="0" y="0"/>
                    </a:moveTo>
                    <a:lnTo>
                      <a:pt x="0" y="1135"/>
                    </a:lnTo>
                    <a:cubicBezTo>
                      <a:pt x="0" y="1450"/>
                      <a:pt x="347" y="1765"/>
                      <a:pt x="882" y="2017"/>
                    </a:cubicBezTo>
                    <a:cubicBezTo>
                      <a:pt x="1355" y="2237"/>
                      <a:pt x="2332" y="2395"/>
                      <a:pt x="3151" y="2395"/>
                    </a:cubicBezTo>
                    <a:lnTo>
                      <a:pt x="3308" y="2395"/>
                    </a:lnTo>
                    <a:cubicBezTo>
                      <a:pt x="3560" y="1733"/>
                      <a:pt x="3907" y="1135"/>
                      <a:pt x="4411" y="631"/>
                    </a:cubicBezTo>
                    <a:lnTo>
                      <a:pt x="4411" y="631"/>
                    </a:lnTo>
                    <a:cubicBezTo>
                      <a:pt x="4033" y="694"/>
                      <a:pt x="3623" y="757"/>
                      <a:pt x="3182" y="757"/>
                    </a:cubicBezTo>
                    <a:cubicBezTo>
                      <a:pt x="2363" y="757"/>
                      <a:pt x="1261" y="599"/>
                      <a:pt x="567" y="316"/>
                    </a:cubicBezTo>
                    <a:cubicBezTo>
                      <a:pt x="347" y="221"/>
                      <a:pt x="158" y="127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3"/>
              <p:cNvSpPr/>
              <p:nvPr/>
            </p:nvSpPr>
            <p:spPr>
              <a:xfrm>
                <a:off x="-62511100" y="4329950"/>
                <a:ext cx="106350" cy="59875"/>
              </a:xfrm>
              <a:custGeom>
                <a:rect b="b" l="l" r="r" t="t"/>
                <a:pathLst>
                  <a:path extrusionOk="0" h="2395" w="4254">
                    <a:moveTo>
                      <a:pt x="0" y="0"/>
                    </a:moveTo>
                    <a:lnTo>
                      <a:pt x="0" y="1197"/>
                    </a:lnTo>
                    <a:cubicBezTo>
                      <a:pt x="0" y="1701"/>
                      <a:pt x="1355" y="2395"/>
                      <a:pt x="3182" y="2395"/>
                    </a:cubicBezTo>
                    <a:cubicBezTo>
                      <a:pt x="3560" y="2395"/>
                      <a:pt x="3907" y="2363"/>
                      <a:pt x="4254" y="2332"/>
                    </a:cubicBezTo>
                    <a:cubicBezTo>
                      <a:pt x="3875" y="1859"/>
                      <a:pt x="3560" y="1355"/>
                      <a:pt x="3340" y="756"/>
                    </a:cubicBezTo>
                    <a:lnTo>
                      <a:pt x="3182" y="756"/>
                    </a:lnTo>
                    <a:cubicBezTo>
                      <a:pt x="2363" y="756"/>
                      <a:pt x="1261" y="599"/>
                      <a:pt x="567" y="315"/>
                    </a:cubicBezTo>
                    <a:cubicBezTo>
                      <a:pt x="347" y="252"/>
                      <a:pt x="158" y="126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3"/>
              <p:cNvSpPr/>
              <p:nvPr/>
            </p:nvSpPr>
            <p:spPr>
              <a:xfrm>
                <a:off x="-62511900" y="4268500"/>
                <a:ext cx="78000" cy="60675"/>
              </a:xfrm>
              <a:custGeom>
                <a:rect b="b" l="l" r="r" t="t"/>
                <a:pathLst>
                  <a:path extrusionOk="0" h="2427" w="3120">
                    <a:moveTo>
                      <a:pt x="1" y="1"/>
                    </a:moveTo>
                    <a:lnTo>
                      <a:pt x="1" y="1167"/>
                    </a:lnTo>
                    <a:lnTo>
                      <a:pt x="32" y="1167"/>
                    </a:lnTo>
                    <a:cubicBezTo>
                      <a:pt x="32" y="1482"/>
                      <a:pt x="379" y="1797"/>
                      <a:pt x="914" y="2017"/>
                    </a:cubicBezTo>
                    <a:cubicBezTo>
                      <a:pt x="1387" y="2238"/>
                      <a:pt x="2332" y="2395"/>
                      <a:pt x="3120" y="2427"/>
                    </a:cubicBezTo>
                    <a:cubicBezTo>
                      <a:pt x="3057" y="2143"/>
                      <a:pt x="3025" y="1860"/>
                      <a:pt x="3025" y="1608"/>
                    </a:cubicBezTo>
                    <a:cubicBezTo>
                      <a:pt x="3025" y="1324"/>
                      <a:pt x="3088" y="1041"/>
                      <a:pt x="3120" y="757"/>
                    </a:cubicBezTo>
                    <a:cubicBezTo>
                      <a:pt x="2332" y="757"/>
                      <a:pt x="1230" y="599"/>
                      <a:pt x="536" y="316"/>
                    </a:cubicBezTo>
                    <a:cubicBezTo>
                      <a:pt x="347" y="253"/>
                      <a:pt x="158" y="12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0" name="Google Shape;360;p23"/>
          <p:cNvGrpSpPr/>
          <p:nvPr/>
        </p:nvGrpSpPr>
        <p:grpSpPr>
          <a:xfrm>
            <a:off x="1006650" y="4011763"/>
            <a:ext cx="751800" cy="751800"/>
            <a:chOff x="1006650" y="4011763"/>
            <a:chExt cx="751800" cy="751800"/>
          </a:xfrm>
        </p:grpSpPr>
        <p:sp>
          <p:nvSpPr>
            <p:cNvPr id="361" name="Google Shape;361;p23"/>
            <p:cNvSpPr/>
            <p:nvPr/>
          </p:nvSpPr>
          <p:spPr>
            <a:xfrm>
              <a:off x="1006650" y="4011763"/>
              <a:ext cx="751800" cy="751800"/>
            </a:xfrm>
            <a:prstGeom prst="ellipse">
              <a:avLst/>
            </a:prstGeom>
            <a:solidFill>
              <a:srgbClr val="D7E4EA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362" name="Google Shape;362;p23"/>
            <p:cNvGrpSpPr/>
            <p:nvPr/>
          </p:nvGrpSpPr>
          <p:grpSpPr>
            <a:xfrm>
              <a:off x="1186576" y="4205268"/>
              <a:ext cx="391956" cy="364812"/>
              <a:chOff x="-21322300" y="4077125"/>
              <a:chExt cx="307200" cy="285925"/>
            </a:xfrm>
          </p:grpSpPr>
          <p:sp>
            <p:nvSpPr>
              <p:cNvPr id="363" name="Google Shape;363;p23"/>
              <p:cNvSpPr/>
              <p:nvPr/>
            </p:nvSpPr>
            <p:spPr>
              <a:xfrm>
                <a:off x="-21177375" y="4077125"/>
                <a:ext cx="17350" cy="52800"/>
              </a:xfrm>
              <a:custGeom>
                <a:rect b="b" l="l" r="r" t="t"/>
                <a:pathLst>
                  <a:path extrusionOk="0" h="2112" w="69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64"/>
                    </a:lnTo>
                    <a:cubicBezTo>
                      <a:pt x="0" y="1953"/>
                      <a:pt x="158" y="2111"/>
                      <a:pt x="347" y="2111"/>
                    </a:cubicBezTo>
                    <a:cubicBezTo>
                      <a:pt x="536" y="2111"/>
                      <a:pt x="693" y="1953"/>
                      <a:pt x="693" y="1764"/>
                    </a:cubicBezTo>
                    <a:lnTo>
                      <a:pt x="693" y="347"/>
                    </a:ln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3"/>
              <p:cNvSpPr/>
              <p:nvPr/>
            </p:nvSpPr>
            <p:spPr>
              <a:xfrm>
                <a:off x="-21279775" y="4117475"/>
                <a:ext cx="46500" cy="44525"/>
              </a:xfrm>
              <a:custGeom>
                <a:rect b="b" l="l" r="r" t="t"/>
                <a:pathLst>
                  <a:path extrusionOk="0" h="1781" w="1860">
                    <a:moveTo>
                      <a:pt x="410" y="1"/>
                    </a:moveTo>
                    <a:cubicBezTo>
                      <a:pt x="323" y="1"/>
                      <a:pt x="237" y="40"/>
                      <a:pt x="158" y="119"/>
                    </a:cubicBezTo>
                    <a:cubicBezTo>
                      <a:pt x="0" y="276"/>
                      <a:pt x="0" y="466"/>
                      <a:pt x="158" y="623"/>
                    </a:cubicBezTo>
                    <a:lnTo>
                      <a:pt x="1166" y="1663"/>
                    </a:lnTo>
                    <a:cubicBezTo>
                      <a:pt x="1261" y="1741"/>
                      <a:pt x="1355" y="1781"/>
                      <a:pt x="1446" y="1781"/>
                    </a:cubicBezTo>
                    <a:cubicBezTo>
                      <a:pt x="1536" y="1781"/>
                      <a:pt x="1623" y="1741"/>
                      <a:pt x="1702" y="1663"/>
                    </a:cubicBezTo>
                    <a:cubicBezTo>
                      <a:pt x="1859" y="1505"/>
                      <a:pt x="1859" y="1285"/>
                      <a:pt x="1702" y="1127"/>
                    </a:cubicBezTo>
                    <a:lnTo>
                      <a:pt x="662" y="119"/>
                    </a:lnTo>
                    <a:cubicBezTo>
                      <a:pt x="583" y="40"/>
                      <a:pt x="497" y="1"/>
                      <a:pt x="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3"/>
              <p:cNvSpPr/>
              <p:nvPr/>
            </p:nvSpPr>
            <p:spPr>
              <a:xfrm>
                <a:off x="-21103350" y="4117475"/>
                <a:ext cx="45700" cy="44525"/>
              </a:xfrm>
              <a:custGeom>
                <a:rect b="b" l="l" r="r" t="t"/>
                <a:pathLst>
                  <a:path extrusionOk="0" h="1781" w="1828">
                    <a:moveTo>
                      <a:pt x="1418" y="1"/>
                    </a:moveTo>
                    <a:cubicBezTo>
                      <a:pt x="1332" y="1"/>
                      <a:pt x="1245" y="40"/>
                      <a:pt x="1166" y="119"/>
                    </a:cubicBezTo>
                    <a:lnTo>
                      <a:pt x="158" y="1127"/>
                    </a:lnTo>
                    <a:cubicBezTo>
                      <a:pt x="1" y="1285"/>
                      <a:pt x="1" y="1474"/>
                      <a:pt x="158" y="1663"/>
                    </a:cubicBezTo>
                    <a:cubicBezTo>
                      <a:pt x="237" y="1741"/>
                      <a:pt x="331" y="1781"/>
                      <a:pt x="422" y="1781"/>
                    </a:cubicBezTo>
                    <a:cubicBezTo>
                      <a:pt x="513" y="1781"/>
                      <a:pt x="599" y="1741"/>
                      <a:pt x="662" y="1663"/>
                    </a:cubicBezTo>
                    <a:lnTo>
                      <a:pt x="1670" y="623"/>
                    </a:lnTo>
                    <a:cubicBezTo>
                      <a:pt x="1828" y="466"/>
                      <a:pt x="1828" y="276"/>
                      <a:pt x="1670" y="119"/>
                    </a:cubicBezTo>
                    <a:cubicBezTo>
                      <a:pt x="1592" y="40"/>
                      <a:pt x="1505" y="1"/>
                      <a:pt x="14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3"/>
              <p:cNvSpPr/>
              <p:nvPr/>
            </p:nvSpPr>
            <p:spPr>
              <a:xfrm>
                <a:off x="-21137225" y="4103750"/>
                <a:ext cx="27600" cy="34975"/>
              </a:xfrm>
              <a:custGeom>
                <a:rect b="b" l="l" r="r" t="t"/>
                <a:pathLst>
                  <a:path extrusionOk="0" h="1399" w="1104">
                    <a:moveTo>
                      <a:pt x="670" y="1"/>
                    </a:moveTo>
                    <a:cubicBezTo>
                      <a:pt x="536" y="1"/>
                      <a:pt x="417" y="89"/>
                      <a:pt x="347" y="227"/>
                    </a:cubicBezTo>
                    <a:lnTo>
                      <a:pt x="95" y="888"/>
                    </a:lnTo>
                    <a:cubicBezTo>
                      <a:pt x="1" y="1109"/>
                      <a:pt x="127" y="1298"/>
                      <a:pt x="284" y="1361"/>
                    </a:cubicBezTo>
                    <a:cubicBezTo>
                      <a:pt x="335" y="1386"/>
                      <a:pt x="386" y="1398"/>
                      <a:pt x="435" y="1398"/>
                    </a:cubicBezTo>
                    <a:cubicBezTo>
                      <a:pt x="568" y="1398"/>
                      <a:pt x="688" y="1310"/>
                      <a:pt x="757" y="1172"/>
                    </a:cubicBezTo>
                    <a:lnTo>
                      <a:pt x="1041" y="510"/>
                    </a:lnTo>
                    <a:cubicBezTo>
                      <a:pt x="1104" y="321"/>
                      <a:pt x="1041" y="101"/>
                      <a:pt x="820" y="38"/>
                    </a:cubicBezTo>
                    <a:cubicBezTo>
                      <a:pt x="769" y="13"/>
                      <a:pt x="719" y="1"/>
                      <a:pt x="6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3"/>
              <p:cNvSpPr/>
              <p:nvPr/>
            </p:nvSpPr>
            <p:spPr>
              <a:xfrm>
                <a:off x="-21227800" y="4103750"/>
                <a:ext cx="27600" cy="34975"/>
              </a:xfrm>
              <a:custGeom>
                <a:rect b="b" l="l" r="r" t="t"/>
                <a:pathLst>
                  <a:path extrusionOk="0" h="1399" w="1104">
                    <a:moveTo>
                      <a:pt x="434" y="1"/>
                    </a:moveTo>
                    <a:cubicBezTo>
                      <a:pt x="386" y="1"/>
                      <a:pt x="335" y="13"/>
                      <a:pt x="284" y="38"/>
                    </a:cubicBezTo>
                    <a:cubicBezTo>
                      <a:pt x="95" y="101"/>
                      <a:pt x="1" y="321"/>
                      <a:pt x="95" y="510"/>
                    </a:cubicBezTo>
                    <a:lnTo>
                      <a:pt x="347" y="1172"/>
                    </a:lnTo>
                    <a:cubicBezTo>
                      <a:pt x="417" y="1310"/>
                      <a:pt x="536" y="1398"/>
                      <a:pt x="670" y="1398"/>
                    </a:cubicBezTo>
                    <a:cubicBezTo>
                      <a:pt x="719" y="1398"/>
                      <a:pt x="769" y="1386"/>
                      <a:pt x="820" y="1361"/>
                    </a:cubicBezTo>
                    <a:cubicBezTo>
                      <a:pt x="1040" y="1298"/>
                      <a:pt x="1103" y="1109"/>
                      <a:pt x="1040" y="888"/>
                    </a:cubicBezTo>
                    <a:lnTo>
                      <a:pt x="757" y="227"/>
                    </a:lnTo>
                    <a:cubicBezTo>
                      <a:pt x="688" y="89"/>
                      <a:pt x="568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3"/>
              <p:cNvSpPr/>
              <p:nvPr/>
            </p:nvSpPr>
            <p:spPr>
              <a:xfrm>
                <a:off x="-21319950" y="4219675"/>
                <a:ext cx="53600" cy="18150"/>
              </a:xfrm>
              <a:custGeom>
                <a:rect b="b" l="l" r="r" t="t"/>
                <a:pathLst>
                  <a:path extrusionOk="0" h="726" w="2144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97" y="725"/>
                    </a:lnTo>
                    <a:cubicBezTo>
                      <a:pt x="1986" y="725"/>
                      <a:pt x="2143" y="568"/>
                      <a:pt x="2143" y="347"/>
                    </a:cubicBezTo>
                    <a:cubicBezTo>
                      <a:pt x="2143" y="158"/>
                      <a:pt x="1986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3"/>
              <p:cNvSpPr/>
              <p:nvPr/>
            </p:nvSpPr>
            <p:spPr>
              <a:xfrm>
                <a:off x="-21070275" y="4219675"/>
                <a:ext cx="54375" cy="18150"/>
              </a:xfrm>
              <a:custGeom>
                <a:rect b="b" l="l" r="r" t="t"/>
                <a:pathLst>
                  <a:path extrusionOk="0" h="726" w="2175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828" y="725"/>
                    </a:lnTo>
                    <a:cubicBezTo>
                      <a:pt x="2017" y="725"/>
                      <a:pt x="2175" y="568"/>
                      <a:pt x="2175" y="347"/>
                    </a:cubicBezTo>
                    <a:cubicBezTo>
                      <a:pt x="2175" y="158"/>
                      <a:pt x="2017" y="1"/>
                      <a:pt x="1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3"/>
              <p:cNvSpPr/>
              <p:nvPr/>
            </p:nvSpPr>
            <p:spPr>
              <a:xfrm>
                <a:off x="-21078925" y="4171825"/>
                <a:ext cx="37025" cy="25175"/>
              </a:xfrm>
              <a:custGeom>
                <a:rect b="b" l="l" r="r" t="t"/>
                <a:pathLst>
                  <a:path extrusionOk="0" h="1007" w="1481">
                    <a:moveTo>
                      <a:pt x="1086" y="1"/>
                    </a:moveTo>
                    <a:cubicBezTo>
                      <a:pt x="1040" y="1"/>
                      <a:pt x="993" y="9"/>
                      <a:pt x="945" y="24"/>
                    </a:cubicBezTo>
                    <a:lnTo>
                      <a:pt x="284" y="308"/>
                    </a:lnTo>
                    <a:cubicBezTo>
                      <a:pt x="63" y="371"/>
                      <a:pt x="0" y="623"/>
                      <a:pt x="63" y="780"/>
                    </a:cubicBezTo>
                    <a:cubicBezTo>
                      <a:pt x="132" y="919"/>
                      <a:pt x="252" y="1006"/>
                      <a:pt x="386" y="1006"/>
                    </a:cubicBezTo>
                    <a:cubicBezTo>
                      <a:pt x="435" y="1006"/>
                      <a:pt x="485" y="995"/>
                      <a:pt x="536" y="969"/>
                    </a:cubicBezTo>
                    <a:lnTo>
                      <a:pt x="1229" y="686"/>
                    </a:lnTo>
                    <a:cubicBezTo>
                      <a:pt x="1418" y="623"/>
                      <a:pt x="1481" y="434"/>
                      <a:pt x="1418" y="213"/>
                    </a:cubicBezTo>
                    <a:cubicBezTo>
                      <a:pt x="1347" y="72"/>
                      <a:pt x="1223" y="1"/>
                      <a:pt x="10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3"/>
              <p:cNvSpPr/>
              <p:nvPr/>
            </p:nvSpPr>
            <p:spPr>
              <a:xfrm>
                <a:off x="-21294750" y="4172625"/>
                <a:ext cx="37850" cy="25150"/>
              </a:xfrm>
              <a:custGeom>
                <a:rect b="b" l="l" r="r" t="t"/>
                <a:pathLst>
                  <a:path extrusionOk="0" h="1006" w="1514">
                    <a:moveTo>
                      <a:pt x="414" y="1"/>
                    </a:moveTo>
                    <a:cubicBezTo>
                      <a:pt x="263" y="1"/>
                      <a:pt x="143" y="77"/>
                      <a:pt x="95" y="244"/>
                    </a:cubicBezTo>
                    <a:cubicBezTo>
                      <a:pt x="1" y="402"/>
                      <a:pt x="127" y="622"/>
                      <a:pt x="284" y="717"/>
                    </a:cubicBezTo>
                    <a:lnTo>
                      <a:pt x="946" y="969"/>
                    </a:lnTo>
                    <a:cubicBezTo>
                      <a:pt x="997" y="994"/>
                      <a:pt x="1050" y="1006"/>
                      <a:pt x="1101" y="1006"/>
                    </a:cubicBezTo>
                    <a:cubicBezTo>
                      <a:pt x="1242" y="1006"/>
                      <a:pt x="1372" y="918"/>
                      <a:pt x="1419" y="780"/>
                    </a:cubicBezTo>
                    <a:cubicBezTo>
                      <a:pt x="1513" y="591"/>
                      <a:pt x="1419" y="402"/>
                      <a:pt x="1230" y="307"/>
                    </a:cubicBezTo>
                    <a:lnTo>
                      <a:pt x="568" y="24"/>
                    </a:lnTo>
                    <a:cubicBezTo>
                      <a:pt x="514" y="8"/>
                      <a:pt x="463" y="1"/>
                      <a:pt x="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3"/>
              <p:cNvSpPr/>
              <p:nvPr/>
            </p:nvSpPr>
            <p:spPr>
              <a:xfrm>
                <a:off x="-21321525" y="4328375"/>
                <a:ext cx="306425" cy="34675"/>
              </a:xfrm>
              <a:custGeom>
                <a:rect b="b" l="l" r="r" t="t"/>
                <a:pathLst>
                  <a:path extrusionOk="0" h="1387" w="12257">
                    <a:moveTo>
                      <a:pt x="1844" y="0"/>
                    </a:moveTo>
                    <a:cubicBezTo>
                      <a:pt x="1403" y="0"/>
                      <a:pt x="962" y="126"/>
                      <a:pt x="568" y="378"/>
                    </a:cubicBezTo>
                    <a:cubicBezTo>
                      <a:pt x="473" y="410"/>
                      <a:pt x="379" y="504"/>
                      <a:pt x="284" y="536"/>
                    </a:cubicBezTo>
                    <a:cubicBezTo>
                      <a:pt x="95" y="630"/>
                      <a:pt x="1" y="819"/>
                      <a:pt x="95" y="1008"/>
                    </a:cubicBezTo>
                    <a:cubicBezTo>
                      <a:pt x="141" y="1147"/>
                      <a:pt x="272" y="1234"/>
                      <a:pt x="413" y="1234"/>
                    </a:cubicBezTo>
                    <a:cubicBezTo>
                      <a:pt x="464" y="1234"/>
                      <a:pt x="517" y="1223"/>
                      <a:pt x="568" y="1197"/>
                    </a:cubicBezTo>
                    <a:cubicBezTo>
                      <a:pt x="725" y="1166"/>
                      <a:pt x="883" y="1103"/>
                      <a:pt x="1009" y="1008"/>
                    </a:cubicBezTo>
                    <a:cubicBezTo>
                      <a:pt x="1261" y="835"/>
                      <a:pt x="1560" y="748"/>
                      <a:pt x="1863" y="748"/>
                    </a:cubicBezTo>
                    <a:cubicBezTo>
                      <a:pt x="2167" y="748"/>
                      <a:pt x="2474" y="835"/>
                      <a:pt x="2742" y="1008"/>
                    </a:cubicBezTo>
                    <a:cubicBezTo>
                      <a:pt x="3135" y="1260"/>
                      <a:pt x="3577" y="1386"/>
                      <a:pt x="4014" y="1386"/>
                    </a:cubicBezTo>
                    <a:cubicBezTo>
                      <a:pt x="4451" y="1386"/>
                      <a:pt x="4884" y="1260"/>
                      <a:pt x="5262" y="1008"/>
                    </a:cubicBezTo>
                    <a:cubicBezTo>
                      <a:pt x="5514" y="835"/>
                      <a:pt x="5813" y="748"/>
                      <a:pt x="6117" y="748"/>
                    </a:cubicBezTo>
                    <a:cubicBezTo>
                      <a:pt x="6420" y="748"/>
                      <a:pt x="6727" y="835"/>
                      <a:pt x="6995" y="1008"/>
                    </a:cubicBezTo>
                    <a:cubicBezTo>
                      <a:pt x="7389" y="1260"/>
                      <a:pt x="7830" y="1386"/>
                      <a:pt x="8267" y="1386"/>
                    </a:cubicBezTo>
                    <a:cubicBezTo>
                      <a:pt x="8704" y="1386"/>
                      <a:pt x="9137" y="1260"/>
                      <a:pt x="9515" y="1008"/>
                    </a:cubicBezTo>
                    <a:cubicBezTo>
                      <a:pt x="9767" y="835"/>
                      <a:pt x="10067" y="748"/>
                      <a:pt x="10374" y="748"/>
                    </a:cubicBezTo>
                    <a:cubicBezTo>
                      <a:pt x="10681" y="748"/>
                      <a:pt x="10996" y="835"/>
                      <a:pt x="11279" y="1008"/>
                    </a:cubicBezTo>
                    <a:cubicBezTo>
                      <a:pt x="11437" y="1103"/>
                      <a:pt x="11563" y="1166"/>
                      <a:pt x="11721" y="1260"/>
                    </a:cubicBezTo>
                    <a:cubicBezTo>
                      <a:pt x="11766" y="1276"/>
                      <a:pt x="11812" y="1284"/>
                      <a:pt x="11857" y="1284"/>
                    </a:cubicBezTo>
                    <a:cubicBezTo>
                      <a:pt x="11996" y="1284"/>
                      <a:pt x="12122" y="1207"/>
                      <a:pt x="12193" y="1040"/>
                    </a:cubicBezTo>
                    <a:cubicBezTo>
                      <a:pt x="12256" y="819"/>
                      <a:pt x="12193" y="567"/>
                      <a:pt x="11973" y="536"/>
                    </a:cubicBezTo>
                    <a:cubicBezTo>
                      <a:pt x="11878" y="504"/>
                      <a:pt x="11784" y="473"/>
                      <a:pt x="11658" y="378"/>
                    </a:cubicBezTo>
                    <a:cubicBezTo>
                      <a:pt x="11264" y="126"/>
                      <a:pt x="10823" y="0"/>
                      <a:pt x="10382" y="0"/>
                    </a:cubicBezTo>
                    <a:cubicBezTo>
                      <a:pt x="9941" y="0"/>
                      <a:pt x="9499" y="126"/>
                      <a:pt x="9106" y="378"/>
                    </a:cubicBezTo>
                    <a:cubicBezTo>
                      <a:pt x="8854" y="552"/>
                      <a:pt x="8546" y="638"/>
                      <a:pt x="8239" y="638"/>
                    </a:cubicBezTo>
                    <a:cubicBezTo>
                      <a:pt x="7932" y="638"/>
                      <a:pt x="7625" y="552"/>
                      <a:pt x="7373" y="378"/>
                    </a:cubicBezTo>
                    <a:cubicBezTo>
                      <a:pt x="6979" y="126"/>
                      <a:pt x="6538" y="0"/>
                      <a:pt x="6101" y="0"/>
                    </a:cubicBezTo>
                    <a:cubicBezTo>
                      <a:pt x="5664" y="0"/>
                      <a:pt x="5231" y="126"/>
                      <a:pt x="4852" y="378"/>
                    </a:cubicBezTo>
                    <a:cubicBezTo>
                      <a:pt x="4600" y="552"/>
                      <a:pt x="4293" y="638"/>
                      <a:pt x="3986" y="638"/>
                    </a:cubicBezTo>
                    <a:cubicBezTo>
                      <a:pt x="3679" y="638"/>
                      <a:pt x="3372" y="552"/>
                      <a:pt x="3120" y="378"/>
                    </a:cubicBezTo>
                    <a:cubicBezTo>
                      <a:pt x="2726" y="126"/>
                      <a:pt x="2285" y="0"/>
                      <a:pt x="1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3"/>
              <p:cNvSpPr/>
              <p:nvPr/>
            </p:nvSpPr>
            <p:spPr>
              <a:xfrm>
                <a:off x="-21321525" y="4292150"/>
                <a:ext cx="306425" cy="34675"/>
              </a:xfrm>
              <a:custGeom>
                <a:rect b="b" l="l" r="r" t="t"/>
                <a:pathLst>
                  <a:path extrusionOk="0" h="1387" w="12257">
                    <a:moveTo>
                      <a:pt x="1844" y="0"/>
                    </a:moveTo>
                    <a:cubicBezTo>
                      <a:pt x="1403" y="0"/>
                      <a:pt x="962" y="126"/>
                      <a:pt x="568" y="378"/>
                    </a:cubicBezTo>
                    <a:cubicBezTo>
                      <a:pt x="473" y="410"/>
                      <a:pt x="379" y="504"/>
                      <a:pt x="284" y="536"/>
                    </a:cubicBezTo>
                    <a:cubicBezTo>
                      <a:pt x="95" y="599"/>
                      <a:pt x="1" y="819"/>
                      <a:pt x="95" y="1008"/>
                    </a:cubicBezTo>
                    <a:cubicBezTo>
                      <a:pt x="141" y="1147"/>
                      <a:pt x="272" y="1234"/>
                      <a:pt x="413" y="1234"/>
                    </a:cubicBezTo>
                    <a:cubicBezTo>
                      <a:pt x="464" y="1234"/>
                      <a:pt x="517" y="1223"/>
                      <a:pt x="568" y="1197"/>
                    </a:cubicBezTo>
                    <a:cubicBezTo>
                      <a:pt x="725" y="1166"/>
                      <a:pt x="883" y="1071"/>
                      <a:pt x="1009" y="1008"/>
                    </a:cubicBezTo>
                    <a:cubicBezTo>
                      <a:pt x="1261" y="835"/>
                      <a:pt x="1560" y="748"/>
                      <a:pt x="1863" y="748"/>
                    </a:cubicBezTo>
                    <a:cubicBezTo>
                      <a:pt x="2167" y="748"/>
                      <a:pt x="2474" y="835"/>
                      <a:pt x="2742" y="1008"/>
                    </a:cubicBezTo>
                    <a:cubicBezTo>
                      <a:pt x="3135" y="1260"/>
                      <a:pt x="3577" y="1386"/>
                      <a:pt x="4014" y="1386"/>
                    </a:cubicBezTo>
                    <a:cubicBezTo>
                      <a:pt x="4451" y="1386"/>
                      <a:pt x="4884" y="1260"/>
                      <a:pt x="5262" y="1008"/>
                    </a:cubicBezTo>
                    <a:cubicBezTo>
                      <a:pt x="5514" y="835"/>
                      <a:pt x="5813" y="748"/>
                      <a:pt x="6117" y="748"/>
                    </a:cubicBezTo>
                    <a:cubicBezTo>
                      <a:pt x="6420" y="748"/>
                      <a:pt x="6727" y="835"/>
                      <a:pt x="6995" y="1008"/>
                    </a:cubicBezTo>
                    <a:cubicBezTo>
                      <a:pt x="7389" y="1260"/>
                      <a:pt x="7830" y="1386"/>
                      <a:pt x="8267" y="1386"/>
                    </a:cubicBezTo>
                    <a:cubicBezTo>
                      <a:pt x="8704" y="1386"/>
                      <a:pt x="9137" y="1260"/>
                      <a:pt x="9515" y="1008"/>
                    </a:cubicBezTo>
                    <a:cubicBezTo>
                      <a:pt x="9767" y="835"/>
                      <a:pt x="10067" y="748"/>
                      <a:pt x="10374" y="748"/>
                    </a:cubicBezTo>
                    <a:cubicBezTo>
                      <a:pt x="10681" y="748"/>
                      <a:pt x="10996" y="835"/>
                      <a:pt x="11279" y="1008"/>
                    </a:cubicBezTo>
                    <a:cubicBezTo>
                      <a:pt x="11437" y="1071"/>
                      <a:pt x="11563" y="1166"/>
                      <a:pt x="11721" y="1229"/>
                    </a:cubicBezTo>
                    <a:cubicBezTo>
                      <a:pt x="11771" y="1254"/>
                      <a:pt x="11822" y="1266"/>
                      <a:pt x="11871" y="1266"/>
                    </a:cubicBezTo>
                    <a:cubicBezTo>
                      <a:pt x="12004" y="1266"/>
                      <a:pt x="12124" y="1178"/>
                      <a:pt x="12193" y="1040"/>
                    </a:cubicBezTo>
                    <a:cubicBezTo>
                      <a:pt x="12256" y="819"/>
                      <a:pt x="12193" y="599"/>
                      <a:pt x="11973" y="536"/>
                    </a:cubicBezTo>
                    <a:cubicBezTo>
                      <a:pt x="11878" y="504"/>
                      <a:pt x="11784" y="441"/>
                      <a:pt x="11658" y="378"/>
                    </a:cubicBezTo>
                    <a:cubicBezTo>
                      <a:pt x="11264" y="126"/>
                      <a:pt x="10823" y="0"/>
                      <a:pt x="10382" y="0"/>
                    </a:cubicBezTo>
                    <a:cubicBezTo>
                      <a:pt x="9941" y="0"/>
                      <a:pt x="9499" y="126"/>
                      <a:pt x="9106" y="378"/>
                    </a:cubicBezTo>
                    <a:cubicBezTo>
                      <a:pt x="8854" y="551"/>
                      <a:pt x="8546" y="638"/>
                      <a:pt x="8239" y="638"/>
                    </a:cubicBezTo>
                    <a:cubicBezTo>
                      <a:pt x="7932" y="638"/>
                      <a:pt x="7625" y="551"/>
                      <a:pt x="7373" y="378"/>
                    </a:cubicBezTo>
                    <a:cubicBezTo>
                      <a:pt x="6979" y="126"/>
                      <a:pt x="6538" y="0"/>
                      <a:pt x="6101" y="0"/>
                    </a:cubicBezTo>
                    <a:cubicBezTo>
                      <a:pt x="5664" y="0"/>
                      <a:pt x="5231" y="126"/>
                      <a:pt x="4852" y="378"/>
                    </a:cubicBezTo>
                    <a:cubicBezTo>
                      <a:pt x="4600" y="551"/>
                      <a:pt x="4293" y="638"/>
                      <a:pt x="3986" y="638"/>
                    </a:cubicBezTo>
                    <a:cubicBezTo>
                      <a:pt x="3679" y="638"/>
                      <a:pt x="3372" y="551"/>
                      <a:pt x="3120" y="378"/>
                    </a:cubicBezTo>
                    <a:cubicBezTo>
                      <a:pt x="2726" y="126"/>
                      <a:pt x="2285" y="0"/>
                      <a:pt x="1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3"/>
              <p:cNvSpPr/>
              <p:nvPr/>
            </p:nvSpPr>
            <p:spPr>
              <a:xfrm>
                <a:off x="-21322300" y="4148000"/>
                <a:ext cx="307200" cy="143375"/>
              </a:xfrm>
              <a:custGeom>
                <a:rect b="b" l="l" r="r" t="t"/>
                <a:pathLst>
                  <a:path extrusionOk="0" h="5735" w="12288">
                    <a:moveTo>
                      <a:pt x="6175" y="1"/>
                    </a:moveTo>
                    <a:cubicBezTo>
                      <a:pt x="4411" y="1"/>
                      <a:pt x="2962" y="1450"/>
                      <a:pt x="2962" y="3214"/>
                    </a:cubicBezTo>
                    <a:cubicBezTo>
                      <a:pt x="2962" y="3813"/>
                      <a:pt x="3151" y="4380"/>
                      <a:pt x="3434" y="4884"/>
                    </a:cubicBezTo>
                    <a:cubicBezTo>
                      <a:pt x="3308" y="4852"/>
                      <a:pt x="3245" y="4789"/>
                      <a:pt x="3119" y="4726"/>
                    </a:cubicBezTo>
                    <a:cubicBezTo>
                      <a:pt x="2725" y="4474"/>
                      <a:pt x="2284" y="4348"/>
                      <a:pt x="1843" y="4348"/>
                    </a:cubicBezTo>
                    <a:cubicBezTo>
                      <a:pt x="1402" y="4348"/>
                      <a:pt x="961" y="4474"/>
                      <a:pt x="567" y="4726"/>
                    </a:cubicBezTo>
                    <a:cubicBezTo>
                      <a:pt x="473" y="4758"/>
                      <a:pt x="347" y="4852"/>
                      <a:pt x="284" y="4884"/>
                    </a:cubicBezTo>
                    <a:cubicBezTo>
                      <a:pt x="95" y="4947"/>
                      <a:pt x="0" y="5167"/>
                      <a:pt x="95" y="5356"/>
                    </a:cubicBezTo>
                    <a:cubicBezTo>
                      <a:pt x="141" y="5495"/>
                      <a:pt x="255" y="5583"/>
                      <a:pt x="399" y="5583"/>
                    </a:cubicBezTo>
                    <a:cubicBezTo>
                      <a:pt x="451" y="5583"/>
                      <a:pt x="508" y="5571"/>
                      <a:pt x="567" y="5545"/>
                    </a:cubicBezTo>
                    <a:cubicBezTo>
                      <a:pt x="725" y="5514"/>
                      <a:pt x="882" y="5419"/>
                      <a:pt x="977" y="5356"/>
                    </a:cubicBezTo>
                    <a:cubicBezTo>
                      <a:pt x="1245" y="5183"/>
                      <a:pt x="1552" y="5097"/>
                      <a:pt x="1855" y="5097"/>
                    </a:cubicBezTo>
                    <a:cubicBezTo>
                      <a:pt x="2158" y="5097"/>
                      <a:pt x="2458" y="5183"/>
                      <a:pt x="2710" y="5356"/>
                    </a:cubicBezTo>
                    <a:cubicBezTo>
                      <a:pt x="3103" y="5608"/>
                      <a:pt x="3552" y="5735"/>
                      <a:pt x="3993" y="5735"/>
                    </a:cubicBezTo>
                    <a:cubicBezTo>
                      <a:pt x="4435" y="5735"/>
                      <a:pt x="4868" y="5608"/>
                      <a:pt x="5230" y="5356"/>
                    </a:cubicBezTo>
                    <a:cubicBezTo>
                      <a:pt x="5498" y="5183"/>
                      <a:pt x="5805" y="5097"/>
                      <a:pt x="6108" y="5097"/>
                    </a:cubicBezTo>
                    <a:cubicBezTo>
                      <a:pt x="6411" y="5097"/>
                      <a:pt x="6711" y="5183"/>
                      <a:pt x="6963" y="5356"/>
                    </a:cubicBezTo>
                    <a:cubicBezTo>
                      <a:pt x="7341" y="5608"/>
                      <a:pt x="7790" y="5735"/>
                      <a:pt x="8235" y="5735"/>
                    </a:cubicBezTo>
                    <a:cubicBezTo>
                      <a:pt x="8680" y="5735"/>
                      <a:pt x="9121" y="5608"/>
                      <a:pt x="9483" y="5356"/>
                    </a:cubicBezTo>
                    <a:cubicBezTo>
                      <a:pt x="9751" y="5183"/>
                      <a:pt x="10058" y="5097"/>
                      <a:pt x="10369" y="5097"/>
                    </a:cubicBezTo>
                    <a:cubicBezTo>
                      <a:pt x="10680" y="5097"/>
                      <a:pt x="10995" y="5183"/>
                      <a:pt x="11279" y="5356"/>
                    </a:cubicBezTo>
                    <a:cubicBezTo>
                      <a:pt x="11437" y="5419"/>
                      <a:pt x="11531" y="5514"/>
                      <a:pt x="11689" y="5577"/>
                    </a:cubicBezTo>
                    <a:cubicBezTo>
                      <a:pt x="11748" y="5602"/>
                      <a:pt x="11804" y="5614"/>
                      <a:pt x="11857" y="5614"/>
                    </a:cubicBezTo>
                    <a:cubicBezTo>
                      <a:pt x="12001" y="5614"/>
                      <a:pt x="12115" y="5526"/>
                      <a:pt x="12161" y="5388"/>
                    </a:cubicBezTo>
                    <a:cubicBezTo>
                      <a:pt x="12287" y="5167"/>
                      <a:pt x="12224" y="4947"/>
                      <a:pt x="12004" y="4884"/>
                    </a:cubicBezTo>
                    <a:cubicBezTo>
                      <a:pt x="11909" y="4852"/>
                      <a:pt x="11815" y="4789"/>
                      <a:pt x="11689" y="4726"/>
                    </a:cubicBezTo>
                    <a:cubicBezTo>
                      <a:pt x="11295" y="4474"/>
                      <a:pt x="10854" y="4348"/>
                      <a:pt x="10413" y="4348"/>
                    </a:cubicBezTo>
                    <a:cubicBezTo>
                      <a:pt x="9972" y="4348"/>
                      <a:pt x="9530" y="4474"/>
                      <a:pt x="9137" y="4726"/>
                    </a:cubicBezTo>
                    <a:lnTo>
                      <a:pt x="8916" y="4852"/>
                    </a:lnTo>
                    <a:cubicBezTo>
                      <a:pt x="9168" y="4380"/>
                      <a:pt x="9389" y="3781"/>
                      <a:pt x="9389" y="3214"/>
                    </a:cubicBezTo>
                    <a:cubicBezTo>
                      <a:pt x="9389" y="1450"/>
                      <a:pt x="7971" y="1"/>
                      <a:pt x="6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5" name="Google Shape;375;p23"/>
          <p:cNvGrpSpPr/>
          <p:nvPr/>
        </p:nvGrpSpPr>
        <p:grpSpPr>
          <a:xfrm>
            <a:off x="7901838" y="817856"/>
            <a:ext cx="751800" cy="751800"/>
            <a:chOff x="7901838" y="817856"/>
            <a:chExt cx="751800" cy="751800"/>
          </a:xfrm>
        </p:grpSpPr>
        <p:sp>
          <p:nvSpPr>
            <p:cNvPr id="376" name="Google Shape;376;p23"/>
            <p:cNvSpPr/>
            <p:nvPr/>
          </p:nvSpPr>
          <p:spPr>
            <a:xfrm>
              <a:off x="7901838" y="817856"/>
              <a:ext cx="751800" cy="751800"/>
            </a:xfrm>
            <a:prstGeom prst="ellipse">
              <a:avLst/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377" name="Google Shape;377;p23"/>
            <p:cNvGrpSpPr/>
            <p:nvPr/>
          </p:nvGrpSpPr>
          <p:grpSpPr>
            <a:xfrm>
              <a:off x="8091862" y="1008774"/>
              <a:ext cx="371785" cy="369974"/>
              <a:chOff x="-38172725" y="3588000"/>
              <a:chExt cx="318200" cy="316650"/>
            </a:xfrm>
          </p:grpSpPr>
          <p:sp>
            <p:nvSpPr>
              <p:cNvPr id="378" name="Google Shape;378;p23"/>
              <p:cNvSpPr/>
              <p:nvPr/>
            </p:nvSpPr>
            <p:spPr>
              <a:xfrm>
                <a:off x="-38171150" y="3760050"/>
                <a:ext cx="98475" cy="91050"/>
              </a:xfrm>
              <a:custGeom>
                <a:rect b="b" l="l" r="r" t="t"/>
                <a:pathLst>
                  <a:path extrusionOk="0" h="3642" w="3939">
                    <a:moveTo>
                      <a:pt x="739" y="1"/>
                    </a:moveTo>
                    <a:cubicBezTo>
                      <a:pt x="480" y="1"/>
                      <a:pt x="232" y="12"/>
                      <a:pt x="0" y="18"/>
                    </a:cubicBezTo>
                    <a:cubicBezTo>
                      <a:pt x="95" y="1341"/>
                      <a:pt x="630" y="2602"/>
                      <a:pt x="1512" y="3641"/>
                    </a:cubicBezTo>
                    <a:lnTo>
                      <a:pt x="3938" y="1247"/>
                    </a:lnTo>
                    <a:cubicBezTo>
                      <a:pt x="2844" y="153"/>
                      <a:pt x="1711" y="1"/>
                      <a:pt x="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3"/>
              <p:cNvSpPr/>
              <p:nvPr/>
            </p:nvSpPr>
            <p:spPr>
              <a:xfrm>
                <a:off x="-38172725" y="3641575"/>
                <a:ext cx="144150" cy="133900"/>
              </a:xfrm>
              <a:custGeom>
                <a:rect b="b" l="l" r="r" t="t"/>
                <a:pathLst>
                  <a:path extrusionOk="0" h="5356" w="5766">
                    <a:moveTo>
                      <a:pt x="1575" y="0"/>
                    </a:moveTo>
                    <a:cubicBezTo>
                      <a:pt x="599" y="1103"/>
                      <a:pt x="95" y="2520"/>
                      <a:pt x="0" y="3907"/>
                    </a:cubicBezTo>
                    <a:cubicBezTo>
                      <a:pt x="213" y="3901"/>
                      <a:pt x="452" y="3891"/>
                      <a:pt x="712" y="3891"/>
                    </a:cubicBezTo>
                    <a:cubicBezTo>
                      <a:pt x="1801" y="3891"/>
                      <a:pt x="3246" y="4059"/>
                      <a:pt x="4568" y="5356"/>
                    </a:cubicBezTo>
                    <a:lnTo>
                      <a:pt x="5766" y="4190"/>
                    </a:lnTo>
                    <a:lnTo>
                      <a:pt x="15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3"/>
              <p:cNvSpPr/>
              <p:nvPr/>
            </p:nvSpPr>
            <p:spPr>
              <a:xfrm>
                <a:off x="-38117600" y="3806975"/>
                <a:ext cx="77200" cy="94525"/>
              </a:xfrm>
              <a:custGeom>
                <a:rect b="b" l="l" r="r" t="t"/>
                <a:pathLst>
                  <a:path extrusionOk="0" h="3781" w="3088">
                    <a:moveTo>
                      <a:pt x="2332" y="0"/>
                    </a:moveTo>
                    <a:lnTo>
                      <a:pt x="0" y="2331"/>
                    </a:lnTo>
                    <a:cubicBezTo>
                      <a:pt x="883" y="3088"/>
                      <a:pt x="1891" y="3592"/>
                      <a:pt x="2962" y="3781"/>
                    </a:cubicBezTo>
                    <a:cubicBezTo>
                      <a:pt x="3088" y="2363"/>
                      <a:pt x="3088" y="1197"/>
                      <a:pt x="23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3"/>
              <p:cNvSpPr/>
              <p:nvPr/>
            </p:nvSpPr>
            <p:spPr>
              <a:xfrm>
                <a:off x="-37997875" y="3716375"/>
                <a:ext cx="143350" cy="135500"/>
              </a:xfrm>
              <a:custGeom>
                <a:rect b="b" l="l" r="r" t="t"/>
                <a:pathLst>
                  <a:path extrusionOk="0" h="5420" w="5734">
                    <a:moveTo>
                      <a:pt x="1197" y="1"/>
                    </a:moveTo>
                    <a:lnTo>
                      <a:pt x="0" y="1230"/>
                    </a:lnTo>
                    <a:lnTo>
                      <a:pt x="4159" y="5420"/>
                    </a:lnTo>
                    <a:cubicBezTo>
                      <a:pt x="5199" y="4191"/>
                      <a:pt x="5703" y="2773"/>
                      <a:pt x="5734" y="1324"/>
                    </a:cubicBezTo>
                    <a:cubicBezTo>
                      <a:pt x="5557" y="1324"/>
                      <a:pt x="5356" y="1329"/>
                      <a:pt x="5135" y="1329"/>
                    </a:cubicBezTo>
                    <a:cubicBezTo>
                      <a:pt x="4098" y="1329"/>
                      <a:pt x="2626" y="1222"/>
                      <a:pt x="11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3"/>
              <p:cNvSpPr/>
              <p:nvPr/>
            </p:nvSpPr>
            <p:spPr>
              <a:xfrm>
                <a:off x="-38044350" y="3761275"/>
                <a:ext cx="135500" cy="143375"/>
              </a:xfrm>
              <a:custGeom>
                <a:rect b="b" l="l" r="r" t="t"/>
                <a:pathLst>
                  <a:path extrusionOk="0" h="5735" w="5420">
                    <a:moveTo>
                      <a:pt x="1261" y="1"/>
                    </a:moveTo>
                    <a:lnTo>
                      <a:pt x="0" y="1261"/>
                    </a:lnTo>
                    <a:cubicBezTo>
                      <a:pt x="1009" y="2679"/>
                      <a:pt x="1009" y="4002"/>
                      <a:pt x="851" y="5735"/>
                    </a:cubicBezTo>
                    <a:lnTo>
                      <a:pt x="1261" y="5735"/>
                    </a:lnTo>
                    <a:cubicBezTo>
                      <a:pt x="2773" y="5735"/>
                      <a:pt x="4254" y="5231"/>
                      <a:pt x="5419" y="4159"/>
                    </a:cubicBez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3"/>
              <p:cNvSpPr/>
              <p:nvPr/>
            </p:nvSpPr>
            <p:spPr>
              <a:xfrm>
                <a:off x="-37997875" y="3588800"/>
                <a:ext cx="89025" cy="97675"/>
              </a:xfrm>
              <a:custGeom>
                <a:rect b="b" l="l" r="r" t="t"/>
                <a:pathLst>
                  <a:path extrusionOk="0" h="3907" w="3561">
                    <a:moveTo>
                      <a:pt x="158" y="0"/>
                    </a:moveTo>
                    <a:lnTo>
                      <a:pt x="158" y="0"/>
                    </a:lnTo>
                    <a:cubicBezTo>
                      <a:pt x="126" y="977"/>
                      <a:pt x="0" y="2395"/>
                      <a:pt x="1260" y="3907"/>
                    </a:cubicBezTo>
                    <a:lnTo>
                      <a:pt x="3560" y="1544"/>
                    </a:lnTo>
                    <a:cubicBezTo>
                      <a:pt x="2584" y="662"/>
                      <a:pt x="1355" y="158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3"/>
              <p:cNvSpPr/>
              <p:nvPr/>
            </p:nvSpPr>
            <p:spPr>
              <a:xfrm>
                <a:off x="-38117600" y="3588000"/>
                <a:ext cx="135500" cy="143375"/>
              </a:xfrm>
              <a:custGeom>
                <a:rect b="b" l="l" r="r" t="t"/>
                <a:pathLst>
                  <a:path extrusionOk="0" h="5735" w="5420">
                    <a:moveTo>
                      <a:pt x="4096" y="1"/>
                    </a:moveTo>
                    <a:lnTo>
                      <a:pt x="4096" y="1"/>
                    </a:lnTo>
                    <a:cubicBezTo>
                      <a:pt x="2647" y="32"/>
                      <a:pt x="1198" y="536"/>
                      <a:pt x="0" y="1576"/>
                    </a:cubicBezTo>
                    <a:lnTo>
                      <a:pt x="4191" y="5735"/>
                    </a:lnTo>
                    <a:lnTo>
                      <a:pt x="5419" y="4506"/>
                    </a:lnTo>
                    <a:cubicBezTo>
                      <a:pt x="3939" y="2805"/>
                      <a:pt x="4065" y="1135"/>
                      <a:pt x="4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3"/>
              <p:cNvSpPr/>
              <p:nvPr/>
            </p:nvSpPr>
            <p:spPr>
              <a:xfrm>
                <a:off x="-37953000" y="3641575"/>
                <a:ext cx="97700" cy="86350"/>
              </a:xfrm>
              <a:custGeom>
                <a:rect b="b" l="l" r="r" t="t"/>
                <a:pathLst>
                  <a:path extrusionOk="0" h="3454" w="3908">
                    <a:moveTo>
                      <a:pt x="2364" y="0"/>
                    </a:moveTo>
                    <a:lnTo>
                      <a:pt x="1" y="2363"/>
                    </a:lnTo>
                    <a:cubicBezTo>
                      <a:pt x="1171" y="3313"/>
                      <a:pt x="2246" y="3453"/>
                      <a:pt x="3155" y="3453"/>
                    </a:cubicBezTo>
                    <a:cubicBezTo>
                      <a:pt x="3421" y="3453"/>
                      <a:pt x="3672" y="3441"/>
                      <a:pt x="3908" y="3434"/>
                    </a:cubicBezTo>
                    <a:cubicBezTo>
                      <a:pt x="3750" y="2205"/>
                      <a:pt x="3246" y="1008"/>
                      <a:pt x="2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6" name="Google Shape;38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 txBox="1"/>
          <p:nvPr>
            <p:ph hasCustomPrompt="1" type="title"/>
          </p:nvPr>
        </p:nvSpPr>
        <p:spPr>
          <a:xfrm flipH="1">
            <a:off x="2288613" y="1266400"/>
            <a:ext cx="665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1" name="Google Shape;391;p25"/>
          <p:cNvSpPr txBox="1"/>
          <p:nvPr>
            <p:ph idx="1" type="subTitle"/>
          </p:nvPr>
        </p:nvSpPr>
        <p:spPr>
          <a:xfrm flipH="1">
            <a:off x="1236748" y="2021075"/>
            <a:ext cx="2840400" cy="37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392" name="Google Shape;392;p25"/>
          <p:cNvSpPr txBox="1"/>
          <p:nvPr>
            <p:ph idx="2" type="subTitle"/>
          </p:nvPr>
        </p:nvSpPr>
        <p:spPr>
          <a:xfrm flipH="1">
            <a:off x="1236750" y="2344673"/>
            <a:ext cx="28404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93" name="Google Shape;393;p25"/>
          <p:cNvSpPr txBox="1"/>
          <p:nvPr>
            <p:ph hasCustomPrompt="1" idx="3" type="title"/>
          </p:nvPr>
        </p:nvSpPr>
        <p:spPr>
          <a:xfrm flipH="1">
            <a:off x="2288637" y="3026888"/>
            <a:ext cx="665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25"/>
          <p:cNvSpPr txBox="1"/>
          <p:nvPr>
            <p:ph idx="4" type="subTitle"/>
          </p:nvPr>
        </p:nvSpPr>
        <p:spPr>
          <a:xfrm flipH="1">
            <a:off x="1236748" y="3775214"/>
            <a:ext cx="2840400" cy="37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395" name="Google Shape;395;p25"/>
          <p:cNvSpPr txBox="1"/>
          <p:nvPr>
            <p:ph idx="5" type="subTitle"/>
          </p:nvPr>
        </p:nvSpPr>
        <p:spPr>
          <a:xfrm flipH="1">
            <a:off x="1236750" y="4095388"/>
            <a:ext cx="28404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96" name="Google Shape;396;p25"/>
          <p:cNvSpPr txBox="1"/>
          <p:nvPr>
            <p:ph hasCustomPrompt="1" idx="6" type="title"/>
          </p:nvPr>
        </p:nvSpPr>
        <p:spPr>
          <a:xfrm>
            <a:off x="6172150" y="1266400"/>
            <a:ext cx="665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7" name="Google Shape;397;p25"/>
          <p:cNvSpPr txBox="1"/>
          <p:nvPr>
            <p:ph idx="7" type="subTitle"/>
          </p:nvPr>
        </p:nvSpPr>
        <p:spPr>
          <a:xfrm>
            <a:off x="5066850" y="2021075"/>
            <a:ext cx="2840400" cy="37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398" name="Google Shape;398;p25"/>
          <p:cNvSpPr txBox="1"/>
          <p:nvPr>
            <p:ph idx="8" type="subTitle"/>
          </p:nvPr>
        </p:nvSpPr>
        <p:spPr>
          <a:xfrm>
            <a:off x="5066851" y="2344683"/>
            <a:ext cx="28404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399" name="Google Shape;399;p25"/>
          <p:cNvSpPr txBox="1"/>
          <p:nvPr>
            <p:ph hasCustomPrompt="1" idx="9" type="title"/>
          </p:nvPr>
        </p:nvSpPr>
        <p:spPr>
          <a:xfrm>
            <a:off x="6172150" y="3026888"/>
            <a:ext cx="6654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25"/>
          <p:cNvSpPr txBox="1"/>
          <p:nvPr>
            <p:ph idx="13" type="subTitle"/>
          </p:nvPr>
        </p:nvSpPr>
        <p:spPr>
          <a:xfrm>
            <a:off x="5066850" y="3775214"/>
            <a:ext cx="2840400" cy="37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401" name="Google Shape;401;p25"/>
          <p:cNvSpPr txBox="1"/>
          <p:nvPr>
            <p:ph idx="14" type="subTitle"/>
          </p:nvPr>
        </p:nvSpPr>
        <p:spPr>
          <a:xfrm>
            <a:off x="5066851" y="4095388"/>
            <a:ext cx="28404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402" name="Google Shape;402;p25"/>
          <p:cNvSpPr/>
          <p:nvPr/>
        </p:nvSpPr>
        <p:spPr>
          <a:xfrm>
            <a:off x="-522501" y="-1131272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25"/>
          <p:cNvGrpSpPr/>
          <p:nvPr/>
        </p:nvGrpSpPr>
        <p:grpSpPr>
          <a:xfrm>
            <a:off x="7494973" y="-1426489"/>
            <a:ext cx="2562064" cy="2562064"/>
            <a:chOff x="4008240" y="1896120"/>
            <a:chExt cx="1703160" cy="1703160"/>
          </a:xfrm>
        </p:grpSpPr>
        <p:sp>
          <p:nvSpPr>
            <p:cNvPr id="404" name="Google Shape;404;p25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5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5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5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5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6" name="Google Shape;416;p25"/>
          <p:cNvSpPr/>
          <p:nvPr/>
        </p:nvSpPr>
        <p:spPr>
          <a:xfrm>
            <a:off x="8130735" y="43581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25"/>
          <p:cNvGrpSpPr/>
          <p:nvPr/>
        </p:nvGrpSpPr>
        <p:grpSpPr>
          <a:xfrm>
            <a:off x="293425" y="1012813"/>
            <a:ext cx="751800" cy="751800"/>
            <a:chOff x="293425" y="1012813"/>
            <a:chExt cx="751800" cy="751800"/>
          </a:xfrm>
        </p:grpSpPr>
        <p:sp>
          <p:nvSpPr>
            <p:cNvPr id="418" name="Google Shape;418;p25"/>
            <p:cNvSpPr/>
            <p:nvPr/>
          </p:nvSpPr>
          <p:spPr>
            <a:xfrm>
              <a:off x="293425" y="1012813"/>
              <a:ext cx="751800" cy="7518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419" name="Google Shape;419;p25"/>
            <p:cNvGrpSpPr/>
            <p:nvPr/>
          </p:nvGrpSpPr>
          <p:grpSpPr>
            <a:xfrm>
              <a:off x="456098" y="1179547"/>
              <a:ext cx="426462" cy="418363"/>
              <a:chOff x="-1183550" y="3586525"/>
              <a:chExt cx="296175" cy="290550"/>
            </a:xfrm>
          </p:grpSpPr>
          <p:sp>
            <p:nvSpPr>
              <p:cNvPr id="420" name="Google Shape;420;p25"/>
              <p:cNvSpPr/>
              <p:nvPr/>
            </p:nvSpPr>
            <p:spPr>
              <a:xfrm>
                <a:off x="-927575" y="3671500"/>
                <a:ext cx="40200" cy="16575"/>
              </a:xfrm>
              <a:custGeom>
                <a:rect b="b" l="l" r="r" t="t"/>
                <a:pathLst>
                  <a:path extrusionOk="0" h="663" w="1608">
                    <a:moveTo>
                      <a:pt x="473" y="0"/>
                    </a:moveTo>
                    <a:cubicBezTo>
                      <a:pt x="32" y="0"/>
                      <a:pt x="1" y="662"/>
                      <a:pt x="473" y="662"/>
                    </a:cubicBezTo>
                    <a:lnTo>
                      <a:pt x="1135" y="662"/>
                    </a:lnTo>
                    <a:cubicBezTo>
                      <a:pt x="1145" y="663"/>
                      <a:pt x="1156" y="663"/>
                      <a:pt x="1166" y="663"/>
                    </a:cubicBezTo>
                    <a:cubicBezTo>
                      <a:pt x="1607" y="663"/>
                      <a:pt x="1597" y="0"/>
                      <a:pt x="1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5"/>
              <p:cNvSpPr/>
              <p:nvPr/>
            </p:nvSpPr>
            <p:spPr>
              <a:xfrm>
                <a:off x="-1183550" y="3671500"/>
                <a:ext cx="39400" cy="16575"/>
              </a:xfrm>
              <a:custGeom>
                <a:rect b="b" l="l" r="r" t="t"/>
                <a:pathLst>
                  <a:path extrusionOk="0" h="663" w="1576">
                    <a:moveTo>
                      <a:pt x="473" y="0"/>
                    </a:moveTo>
                    <a:cubicBezTo>
                      <a:pt x="32" y="0"/>
                      <a:pt x="1" y="662"/>
                      <a:pt x="473" y="662"/>
                    </a:cubicBezTo>
                    <a:lnTo>
                      <a:pt x="1135" y="662"/>
                    </a:lnTo>
                    <a:cubicBezTo>
                      <a:pt x="1145" y="663"/>
                      <a:pt x="1154" y="663"/>
                      <a:pt x="1163" y="663"/>
                    </a:cubicBezTo>
                    <a:cubicBezTo>
                      <a:pt x="1576" y="663"/>
                      <a:pt x="1566" y="0"/>
                      <a:pt x="1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5"/>
              <p:cNvSpPr/>
              <p:nvPr/>
            </p:nvSpPr>
            <p:spPr>
              <a:xfrm>
                <a:off x="-944250" y="3603025"/>
                <a:ext cx="39525" cy="26375"/>
              </a:xfrm>
              <a:custGeom>
                <a:rect b="b" l="l" r="r" t="t"/>
                <a:pathLst>
                  <a:path extrusionOk="0" h="1055" w="1581">
                    <a:moveTo>
                      <a:pt x="1086" y="1"/>
                    </a:moveTo>
                    <a:cubicBezTo>
                      <a:pt x="1024" y="1"/>
                      <a:pt x="957" y="19"/>
                      <a:pt x="888" y="61"/>
                    </a:cubicBezTo>
                    <a:lnTo>
                      <a:pt x="321" y="408"/>
                    </a:lnTo>
                    <a:cubicBezTo>
                      <a:pt x="0" y="595"/>
                      <a:pt x="179" y="1054"/>
                      <a:pt x="490" y="1054"/>
                    </a:cubicBezTo>
                    <a:cubicBezTo>
                      <a:pt x="546" y="1054"/>
                      <a:pt x="606" y="1040"/>
                      <a:pt x="668" y="1006"/>
                    </a:cubicBezTo>
                    <a:lnTo>
                      <a:pt x="1266" y="660"/>
                    </a:lnTo>
                    <a:cubicBezTo>
                      <a:pt x="1581" y="450"/>
                      <a:pt x="1394" y="1"/>
                      <a:pt x="10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>
                <a:off x="-1166200" y="3731225"/>
                <a:ext cx="39700" cy="26075"/>
              </a:xfrm>
              <a:custGeom>
                <a:rect b="b" l="l" r="r" t="t"/>
                <a:pathLst>
                  <a:path extrusionOk="0" h="1043" w="1588">
                    <a:moveTo>
                      <a:pt x="1071" y="1"/>
                    </a:moveTo>
                    <a:cubicBezTo>
                      <a:pt x="1021" y="1"/>
                      <a:pt x="968" y="12"/>
                      <a:pt x="913" y="37"/>
                    </a:cubicBezTo>
                    <a:lnTo>
                      <a:pt x="315" y="384"/>
                    </a:lnTo>
                    <a:cubicBezTo>
                      <a:pt x="0" y="593"/>
                      <a:pt x="187" y="1043"/>
                      <a:pt x="495" y="1043"/>
                    </a:cubicBezTo>
                    <a:cubicBezTo>
                      <a:pt x="557" y="1043"/>
                      <a:pt x="624" y="1025"/>
                      <a:pt x="693" y="982"/>
                    </a:cubicBezTo>
                    <a:lnTo>
                      <a:pt x="1260" y="636"/>
                    </a:lnTo>
                    <a:cubicBezTo>
                      <a:pt x="1587" y="472"/>
                      <a:pt x="1395" y="1"/>
                      <a:pt x="10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-944925" y="3730950"/>
                <a:ext cx="40200" cy="26375"/>
              </a:xfrm>
              <a:custGeom>
                <a:rect b="b" l="l" r="r" t="t"/>
                <a:pathLst>
                  <a:path extrusionOk="0" h="1055" w="1608">
                    <a:moveTo>
                      <a:pt x="515" y="0"/>
                    </a:moveTo>
                    <a:cubicBezTo>
                      <a:pt x="198" y="0"/>
                      <a:pt x="1" y="460"/>
                      <a:pt x="348" y="647"/>
                    </a:cubicBezTo>
                    <a:lnTo>
                      <a:pt x="915" y="993"/>
                    </a:lnTo>
                    <a:cubicBezTo>
                      <a:pt x="984" y="1036"/>
                      <a:pt x="1052" y="1054"/>
                      <a:pt x="1114" y="1054"/>
                    </a:cubicBezTo>
                    <a:cubicBezTo>
                      <a:pt x="1421" y="1054"/>
                      <a:pt x="1608" y="609"/>
                      <a:pt x="1293" y="426"/>
                    </a:cubicBezTo>
                    <a:lnTo>
                      <a:pt x="695" y="48"/>
                    </a:lnTo>
                    <a:cubicBezTo>
                      <a:pt x="633" y="15"/>
                      <a:pt x="572" y="0"/>
                      <a:pt x="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>
                <a:off x="-1167000" y="3603025"/>
                <a:ext cx="40200" cy="26375"/>
              </a:xfrm>
              <a:custGeom>
                <a:rect b="b" l="l" r="r" t="t"/>
                <a:pathLst>
                  <a:path extrusionOk="0" h="1055" w="1608">
                    <a:moveTo>
                      <a:pt x="477" y="1"/>
                    </a:moveTo>
                    <a:cubicBezTo>
                      <a:pt x="188" y="1"/>
                      <a:pt x="1" y="450"/>
                      <a:pt x="315" y="660"/>
                    </a:cubicBezTo>
                    <a:lnTo>
                      <a:pt x="914" y="1006"/>
                    </a:lnTo>
                    <a:cubicBezTo>
                      <a:pt x="981" y="1040"/>
                      <a:pt x="1044" y="1054"/>
                      <a:pt x="1103" y="1054"/>
                    </a:cubicBezTo>
                    <a:cubicBezTo>
                      <a:pt x="1434" y="1054"/>
                      <a:pt x="1608" y="595"/>
                      <a:pt x="1260" y="408"/>
                    </a:cubicBezTo>
                    <a:lnTo>
                      <a:pt x="662" y="61"/>
                    </a:lnTo>
                    <a:cubicBezTo>
                      <a:pt x="598" y="19"/>
                      <a:pt x="536" y="1"/>
                      <a:pt x="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5"/>
              <p:cNvSpPr/>
              <p:nvPr/>
            </p:nvSpPr>
            <p:spPr>
              <a:xfrm>
                <a:off x="-1065400" y="3658900"/>
                <a:ext cx="59875" cy="77200"/>
              </a:xfrm>
              <a:custGeom>
                <a:rect b="b" l="l" r="r" t="t"/>
                <a:pathLst>
                  <a:path extrusionOk="0" h="3088" w="2395">
                    <a:moveTo>
                      <a:pt x="882" y="0"/>
                    </a:moveTo>
                    <a:lnTo>
                      <a:pt x="0" y="1355"/>
                    </a:lnTo>
                    <a:lnTo>
                      <a:pt x="1355" y="1922"/>
                    </a:lnTo>
                    <a:cubicBezTo>
                      <a:pt x="1450" y="1953"/>
                      <a:pt x="1544" y="2111"/>
                      <a:pt x="1544" y="2237"/>
                    </a:cubicBezTo>
                    <a:lnTo>
                      <a:pt x="1544" y="3088"/>
                    </a:lnTo>
                    <a:lnTo>
                      <a:pt x="2395" y="1733"/>
                    </a:lnTo>
                    <a:lnTo>
                      <a:pt x="1071" y="1166"/>
                    </a:lnTo>
                    <a:cubicBezTo>
                      <a:pt x="945" y="1134"/>
                      <a:pt x="882" y="1008"/>
                      <a:pt x="882" y="851"/>
                    </a:cubicBezTo>
                    <a:lnTo>
                      <a:pt x="8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5"/>
              <p:cNvSpPr/>
              <p:nvPr/>
            </p:nvSpPr>
            <p:spPr>
              <a:xfrm>
                <a:off x="-1078000" y="3809325"/>
                <a:ext cx="85075" cy="67750"/>
              </a:xfrm>
              <a:custGeom>
                <a:rect b="b" l="l" r="r" t="t"/>
                <a:pathLst>
                  <a:path extrusionOk="0" h="2710" w="3403">
                    <a:moveTo>
                      <a:pt x="0" y="1"/>
                    </a:moveTo>
                    <a:lnTo>
                      <a:pt x="0" y="662"/>
                    </a:lnTo>
                    <a:lnTo>
                      <a:pt x="1008" y="662"/>
                    </a:lnTo>
                    <a:cubicBezTo>
                      <a:pt x="1449" y="662"/>
                      <a:pt x="1481" y="1324"/>
                      <a:pt x="1008" y="1324"/>
                    </a:cubicBezTo>
                    <a:lnTo>
                      <a:pt x="0" y="1324"/>
                    </a:lnTo>
                    <a:lnTo>
                      <a:pt x="0" y="1670"/>
                    </a:lnTo>
                    <a:cubicBezTo>
                      <a:pt x="0" y="2237"/>
                      <a:pt x="473" y="2710"/>
                      <a:pt x="1008" y="2710"/>
                    </a:cubicBezTo>
                    <a:lnTo>
                      <a:pt x="2395" y="2710"/>
                    </a:lnTo>
                    <a:cubicBezTo>
                      <a:pt x="2962" y="2710"/>
                      <a:pt x="3403" y="2237"/>
                      <a:pt x="3403" y="1670"/>
                    </a:cubicBezTo>
                    <a:lnTo>
                      <a:pt x="3403" y="1324"/>
                    </a:lnTo>
                    <a:lnTo>
                      <a:pt x="2395" y="1324"/>
                    </a:lnTo>
                    <a:cubicBezTo>
                      <a:pt x="1954" y="1324"/>
                      <a:pt x="1922" y="662"/>
                      <a:pt x="2395" y="662"/>
                    </a:cubicBezTo>
                    <a:lnTo>
                      <a:pt x="3403" y="662"/>
                    </a:lnTo>
                    <a:lnTo>
                      <a:pt x="34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5"/>
              <p:cNvSpPr/>
              <p:nvPr/>
            </p:nvSpPr>
            <p:spPr>
              <a:xfrm>
                <a:off x="-1135500" y="3586525"/>
                <a:ext cx="193775" cy="204700"/>
              </a:xfrm>
              <a:custGeom>
                <a:rect b="b" l="l" r="r" t="t"/>
                <a:pathLst>
                  <a:path extrusionOk="0" h="8188" w="7751">
                    <a:moveTo>
                      <a:pt x="4023" y="1424"/>
                    </a:moveTo>
                    <a:cubicBezTo>
                      <a:pt x="4201" y="1424"/>
                      <a:pt x="4380" y="1561"/>
                      <a:pt x="4380" y="1761"/>
                    </a:cubicBezTo>
                    <a:lnTo>
                      <a:pt x="4380" y="3588"/>
                    </a:lnTo>
                    <a:lnTo>
                      <a:pt x="5892" y="4124"/>
                    </a:lnTo>
                    <a:cubicBezTo>
                      <a:pt x="5955" y="4187"/>
                      <a:pt x="6049" y="4250"/>
                      <a:pt x="6081" y="4344"/>
                    </a:cubicBezTo>
                    <a:cubicBezTo>
                      <a:pt x="6081" y="4407"/>
                      <a:pt x="6081" y="4533"/>
                      <a:pt x="5986" y="4628"/>
                    </a:cubicBezTo>
                    <a:lnTo>
                      <a:pt x="4285" y="7369"/>
                    </a:lnTo>
                    <a:cubicBezTo>
                      <a:pt x="4222" y="7495"/>
                      <a:pt x="4127" y="7526"/>
                      <a:pt x="4033" y="7526"/>
                    </a:cubicBezTo>
                    <a:lnTo>
                      <a:pt x="3938" y="7526"/>
                    </a:lnTo>
                    <a:cubicBezTo>
                      <a:pt x="3781" y="7495"/>
                      <a:pt x="3718" y="7369"/>
                      <a:pt x="3718" y="7211"/>
                    </a:cubicBezTo>
                    <a:lnTo>
                      <a:pt x="3718" y="5384"/>
                    </a:lnTo>
                    <a:lnTo>
                      <a:pt x="2206" y="4817"/>
                    </a:lnTo>
                    <a:cubicBezTo>
                      <a:pt x="2143" y="4754"/>
                      <a:pt x="2048" y="4691"/>
                      <a:pt x="2017" y="4596"/>
                    </a:cubicBezTo>
                    <a:cubicBezTo>
                      <a:pt x="1985" y="4533"/>
                      <a:pt x="2017" y="4407"/>
                      <a:pt x="2048" y="4344"/>
                    </a:cubicBezTo>
                    <a:lnTo>
                      <a:pt x="3749" y="1572"/>
                    </a:lnTo>
                    <a:cubicBezTo>
                      <a:pt x="3818" y="1469"/>
                      <a:pt x="3920" y="1424"/>
                      <a:pt x="4023" y="1424"/>
                    </a:cubicBezTo>
                    <a:close/>
                    <a:moveTo>
                      <a:pt x="4019" y="1"/>
                    </a:moveTo>
                    <a:cubicBezTo>
                      <a:pt x="3743" y="1"/>
                      <a:pt x="3463" y="31"/>
                      <a:pt x="3182" y="91"/>
                    </a:cubicBezTo>
                    <a:cubicBezTo>
                      <a:pt x="1733" y="406"/>
                      <a:pt x="567" y="1572"/>
                      <a:pt x="284" y="3084"/>
                    </a:cubicBezTo>
                    <a:cubicBezTo>
                      <a:pt x="0" y="4533"/>
                      <a:pt x="599" y="5479"/>
                      <a:pt x="1040" y="6140"/>
                    </a:cubicBezTo>
                    <a:cubicBezTo>
                      <a:pt x="1922" y="7526"/>
                      <a:pt x="1387" y="7526"/>
                      <a:pt x="1670" y="8188"/>
                    </a:cubicBezTo>
                    <a:lnTo>
                      <a:pt x="6301" y="8188"/>
                    </a:lnTo>
                    <a:cubicBezTo>
                      <a:pt x="6553" y="7526"/>
                      <a:pt x="6018" y="7526"/>
                      <a:pt x="6931" y="6109"/>
                    </a:cubicBezTo>
                    <a:cubicBezTo>
                      <a:pt x="7373" y="5447"/>
                      <a:pt x="7719" y="4817"/>
                      <a:pt x="7719" y="3746"/>
                    </a:cubicBezTo>
                    <a:cubicBezTo>
                      <a:pt x="7751" y="2612"/>
                      <a:pt x="7246" y="1540"/>
                      <a:pt x="6396" y="847"/>
                    </a:cubicBezTo>
                    <a:cubicBezTo>
                      <a:pt x="5726" y="297"/>
                      <a:pt x="4892" y="1"/>
                      <a:pt x="40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5"/>
          <p:cNvSpPr txBox="1"/>
          <p:nvPr>
            <p:ph idx="15" type="title"/>
          </p:nvPr>
        </p:nvSpPr>
        <p:spPr>
          <a:xfrm>
            <a:off x="713250" y="560425"/>
            <a:ext cx="77175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430" name="Google Shape;43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>
            <p:ph type="title"/>
          </p:nvPr>
        </p:nvSpPr>
        <p:spPr>
          <a:xfrm>
            <a:off x="1417600" y="2493600"/>
            <a:ext cx="6612300" cy="6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33" name="Google Shape;433;p26"/>
          <p:cNvSpPr txBox="1"/>
          <p:nvPr>
            <p:ph hasCustomPrompt="1" idx="2" type="title"/>
          </p:nvPr>
        </p:nvSpPr>
        <p:spPr>
          <a:xfrm>
            <a:off x="3947550" y="1243400"/>
            <a:ext cx="12639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34" name="Google Shape;434;p26"/>
          <p:cNvSpPr txBox="1"/>
          <p:nvPr>
            <p:ph idx="1" type="subTitle"/>
          </p:nvPr>
        </p:nvSpPr>
        <p:spPr>
          <a:xfrm>
            <a:off x="1914750" y="3454888"/>
            <a:ext cx="5329500" cy="37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grpSp>
        <p:nvGrpSpPr>
          <p:cNvPr id="435" name="Google Shape;435;p26"/>
          <p:cNvGrpSpPr/>
          <p:nvPr/>
        </p:nvGrpSpPr>
        <p:grpSpPr>
          <a:xfrm>
            <a:off x="5930413" y="4608575"/>
            <a:ext cx="958167" cy="239549"/>
            <a:chOff x="7380000" y="1200450"/>
            <a:chExt cx="958167" cy="239549"/>
          </a:xfrm>
        </p:grpSpPr>
        <p:sp>
          <p:nvSpPr>
            <p:cNvPr id="436" name="Google Shape;436;p26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2" name="Google Shape;442;p26"/>
          <p:cNvSpPr/>
          <p:nvPr/>
        </p:nvSpPr>
        <p:spPr>
          <a:xfrm>
            <a:off x="6247667" y="-1818083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7980735" y="382873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4" name="Google Shape;444;p26"/>
          <p:cNvGrpSpPr/>
          <p:nvPr/>
        </p:nvGrpSpPr>
        <p:grpSpPr>
          <a:xfrm>
            <a:off x="-998427" y="4130904"/>
            <a:ext cx="2170507" cy="2170507"/>
            <a:chOff x="4008240" y="1896120"/>
            <a:chExt cx="1703160" cy="1703160"/>
          </a:xfrm>
        </p:grpSpPr>
        <p:sp>
          <p:nvSpPr>
            <p:cNvPr id="445" name="Google Shape;445;p26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7" name="Google Shape;457;p26"/>
          <p:cNvSpPr/>
          <p:nvPr/>
        </p:nvSpPr>
        <p:spPr>
          <a:xfrm>
            <a:off x="847488" y="435590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8" name="Google Shape;458;p26"/>
          <p:cNvGrpSpPr/>
          <p:nvPr/>
        </p:nvGrpSpPr>
        <p:grpSpPr>
          <a:xfrm>
            <a:off x="7722150" y="3826600"/>
            <a:ext cx="751800" cy="751800"/>
            <a:chOff x="7722150" y="3826600"/>
            <a:chExt cx="751800" cy="751800"/>
          </a:xfrm>
        </p:grpSpPr>
        <p:sp>
          <p:nvSpPr>
            <p:cNvPr id="459" name="Google Shape;459;p26"/>
            <p:cNvSpPr/>
            <p:nvPr/>
          </p:nvSpPr>
          <p:spPr>
            <a:xfrm flipH="1" rot="10800000">
              <a:off x="7722150" y="3826600"/>
              <a:ext cx="751800" cy="751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460" name="Google Shape;460;p26"/>
            <p:cNvGrpSpPr/>
            <p:nvPr/>
          </p:nvGrpSpPr>
          <p:grpSpPr>
            <a:xfrm>
              <a:off x="7912205" y="4016646"/>
              <a:ext cx="371704" cy="371704"/>
              <a:chOff x="-20571700" y="4066875"/>
              <a:chExt cx="304825" cy="304825"/>
            </a:xfrm>
          </p:grpSpPr>
          <p:sp>
            <p:nvSpPr>
              <p:cNvPr id="461" name="Google Shape;461;p26"/>
              <p:cNvSpPr/>
              <p:nvPr/>
            </p:nvSpPr>
            <p:spPr>
              <a:xfrm>
                <a:off x="-20385825" y="4211025"/>
                <a:ext cx="118950" cy="160675"/>
              </a:xfrm>
              <a:custGeom>
                <a:rect b="b" l="l" r="r" t="t"/>
                <a:pathLst>
                  <a:path extrusionOk="0" h="6427" w="4758">
                    <a:moveTo>
                      <a:pt x="757" y="0"/>
                    </a:moveTo>
                    <a:cubicBezTo>
                      <a:pt x="473" y="0"/>
                      <a:pt x="221" y="63"/>
                      <a:pt x="1" y="189"/>
                    </a:cubicBezTo>
                    <a:lnTo>
                      <a:pt x="2836" y="6427"/>
                    </a:lnTo>
                    <a:lnTo>
                      <a:pt x="4380" y="6427"/>
                    </a:lnTo>
                    <a:cubicBezTo>
                      <a:pt x="4474" y="6427"/>
                      <a:pt x="4600" y="6332"/>
                      <a:pt x="4695" y="6269"/>
                    </a:cubicBezTo>
                    <a:cubicBezTo>
                      <a:pt x="4758" y="6143"/>
                      <a:pt x="4758" y="6017"/>
                      <a:pt x="4695" y="5891"/>
                    </a:cubicBezTo>
                    <a:lnTo>
                      <a:pt x="2111" y="819"/>
                    </a:lnTo>
                    <a:cubicBezTo>
                      <a:pt x="1891" y="315"/>
                      <a:pt x="1387" y="0"/>
                      <a:pt x="7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6"/>
              <p:cNvSpPr/>
              <p:nvPr/>
            </p:nvSpPr>
            <p:spPr>
              <a:xfrm>
                <a:off x="-20412600" y="4084875"/>
                <a:ext cx="109500" cy="89925"/>
              </a:xfrm>
              <a:custGeom>
                <a:rect b="b" l="l" r="r" t="t"/>
                <a:pathLst>
                  <a:path extrusionOk="0" h="3597" w="4380">
                    <a:moveTo>
                      <a:pt x="2203" y="0"/>
                    </a:moveTo>
                    <a:cubicBezTo>
                      <a:pt x="2118" y="0"/>
                      <a:pt x="2029" y="10"/>
                      <a:pt x="1922" y="37"/>
                    </a:cubicBezTo>
                    <a:cubicBezTo>
                      <a:pt x="1261" y="194"/>
                      <a:pt x="788" y="824"/>
                      <a:pt x="788" y="1486"/>
                    </a:cubicBezTo>
                    <a:cubicBezTo>
                      <a:pt x="284" y="1707"/>
                      <a:pt x="0" y="2211"/>
                      <a:pt x="126" y="2715"/>
                    </a:cubicBezTo>
                    <a:cubicBezTo>
                      <a:pt x="252" y="3219"/>
                      <a:pt x="694" y="3597"/>
                      <a:pt x="1198" y="3597"/>
                    </a:cubicBezTo>
                    <a:lnTo>
                      <a:pt x="3308" y="3597"/>
                    </a:lnTo>
                    <a:cubicBezTo>
                      <a:pt x="3876" y="3597"/>
                      <a:pt x="4380" y="3124"/>
                      <a:pt x="4380" y="2526"/>
                    </a:cubicBezTo>
                    <a:cubicBezTo>
                      <a:pt x="4380" y="2179"/>
                      <a:pt x="4222" y="1801"/>
                      <a:pt x="3813" y="1580"/>
                    </a:cubicBezTo>
                    <a:cubicBezTo>
                      <a:pt x="3718" y="1549"/>
                      <a:pt x="3655" y="1423"/>
                      <a:pt x="3624" y="1297"/>
                    </a:cubicBezTo>
                    <a:cubicBezTo>
                      <a:pt x="3561" y="635"/>
                      <a:pt x="3119" y="194"/>
                      <a:pt x="2552" y="37"/>
                    </a:cubicBezTo>
                    <a:cubicBezTo>
                      <a:pt x="2425" y="19"/>
                      <a:pt x="2319" y="0"/>
                      <a:pt x="22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6"/>
              <p:cNvSpPr/>
              <p:nvPr/>
            </p:nvSpPr>
            <p:spPr>
              <a:xfrm>
                <a:off x="-20332275" y="4066875"/>
                <a:ext cx="64625" cy="80375"/>
              </a:xfrm>
              <a:custGeom>
                <a:rect b="b" l="l" r="r" t="t"/>
                <a:pathLst>
                  <a:path extrusionOk="0" h="3215" w="2585">
                    <a:moveTo>
                      <a:pt x="820" y="1"/>
                    </a:moveTo>
                    <a:cubicBezTo>
                      <a:pt x="505" y="1"/>
                      <a:pt x="221" y="95"/>
                      <a:pt x="1" y="253"/>
                    </a:cubicBezTo>
                    <a:cubicBezTo>
                      <a:pt x="253" y="379"/>
                      <a:pt x="505" y="568"/>
                      <a:pt x="726" y="851"/>
                    </a:cubicBezTo>
                    <a:cubicBezTo>
                      <a:pt x="915" y="1103"/>
                      <a:pt x="1072" y="1418"/>
                      <a:pt x="1135" y="1733"/>
                    </a:cubicBezTo>
                    <a:cubicBezTo>
                      <a:pt x="1356" y="1891"/>
                      <a:pt x="1608" y="2174"/>
                      <a:pt x="1702" y="2490"/>
                    </a:cubicBezTo>
                    <a:cubicBezTo>
                      <a:pt x="1797" y="2679"/>
                      <a:pt x="1860" y="2962"/>
                      <a:pt x="1860" y="3214"/>
                    </a:cubicBezTo>
                    <a:cubicBezTo>
                      <a:pt x="2301" y="2899"/>
                      <a:pt x="2584" y="2363"/>
                      <a:pt x="2584" y="1796"/>
                    </a:cubicBezTo>
                    <a:cubicBezTo>
                      <a:pt x="2584" y="788"/>
                      <a:pt x="1797" y="1"/>
                      <a:pt x="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6"/>
              <p:cNvSpPr/>
              <p:nvPr/>
            </p:nvSpPr>
            <p:spPr>
              <a:xfrm>
                <a:off x="-20553575" y="4103900"/>
                <a:ext cx="107925" cy="89025"/>
              </a:xfrm>
              <a:custGeom>
                <a:rect b="b" l="l" r="r" t="t"/>
                <a:pathLst>
                  <a:path extrusionOk="0" h="3561" w="4317">
                    <a:moveTo>
                      <a:pt x="2174" y="0"/>
                    </a:moveTo>
                    <a:cubicBezTo>
                      <a:pt x="1386" y="0"/>
                      <a:pt x="756" y="630"/>
                      <a:pt x="756" y="1418"/>
                    </a:cubicBezTo>
                    <a:lnTo>
                      <a:pt x="756" y="1481"/>
                    </a:lnTo>
                    <a:cubicBezTo>
                      <a:pt x="284" y="1639"/>
                      <a:pt x="63" y="2048"/>
                      <a:pt x="63" y="2458"/>
                    </a:cubicBezTo>
                    <a:cubicBezTo>
                      <a:pt x="0" y="3088"/>
                      <a:pt x="473" y="3560"/>
                      <a:pt x="1071" y="3560"/>
                    </a:cubicBezTo>
                    <a:lnTo>
                      <a:pt x="3214" y="3560"/>
                    </a:lnTo>
                    <a:cubicBezTo>
                      <a:pt x="3686" y="3560"/>
                      <a:pt x="4159" y="3214"/>
                      <a:pt x="4253" y="2710"/>
                    </a:cubicBezTo>
                    <a:cubicBezTo>
                      <a:pt x="4253" y="2615"/>
                      <a:pt x="4316" y="2552"/>
                      <a:pt x="4316" y="2521"/>
                    </a:cubicBezTo>
                    <a:cubicBezTo>
                      <a:pt x="4316" y="2080"/>
                      <a:pt x="4033" y="1670"/>
                      <a:pt x="3592" y="1481"/>
                    </a:cubicBezTo>
                    <a:cubicBezTo>
                      <a:pt x="3592" y="1135"/>
                      <a:pt x="3529" y="819"/>
                      <a:pt x="3308" y="536"/>
                    </a:cubicBezTo>
                    <a:cubicBezTo>
                      <a:pt x="3056" y="189"/>
                      <a:pt x="2646" y="0"/>
                      <a:pt x="21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6"/>
              <p:cNvSpPr/>
              <p:nvPr/>
            </p:nvSpPr>
            <p:spPr>
              <a:xfrm>
                <a:off x="-20515000" y="4168475"/>
                <a:ext cx="119750" cy="91400"/>
              </a:xfrm>
              <a:custGeom>
                <a:rect b="b" l="l" r="r" t="t"/>
                <a:pathLst>
                  <a:path extrusionOk="0" h="3656" w="4790">
                    <a:moveTo>
                      <a:pt x="3435" y="1"/>
                    </a:moveTo>
                    <a:cubicBezTo>
                      <a:pt x="3435" y="316"/>
                      <a:pt x="3372" y="599"/>
                      <a:pt x="3151" y="914"/>
                    </a:cubicBezTo>
                    <a:cubicBezTo>
                      <a:pt x="2773" y="1450"/>
                      <a:pt x="2206" y="1702"/>
                      <a:pt x="1671" y="1702"/>
                    </a:cubicBezTo>
                    <a:lnTo>
                      <a:pt x="473" y="1702"/>
                    </a:lnTo>
                    <a:lnTo>
                      <a:pt x="1" y="2710"/>
                    </a:lnTo>
                    <a:lnTo>
                      <a:pt x="946" y="3655"/>
                    </a:lnTo>
                    <a:lnTo>
                      <a:pt x="2143" y="2490"/>
                    </a:lnTo>
                    <a:cubicBezTo>
                      <a:pt x="2222" y="2411"/>
                      <a:pt x="2309" y="2371"/>
                      <a:pt x="2395" y="2371"/>
                    </a:cubicBezTo>
                    <a:cubicBezTo>
                      <a:pt x="2482" y="2371"/>
                      <a:pt x="2568" y="2411"/>
                      <a:pt x="2647" y="2490"/>
                    </a:cubicBezTo>
                    <a:lnTo>
                      <a:pt x="3844" y="3655"/>
                    </a:lnTo>
                    <a:lnTo>
                      <a:pt x="4790" y="2710"/>
                    </a:lnTo>
                    <a:lnTo>
                      <a:pt x="3718" y="410"/>
                    </a:lnTo>
                    <a:cubicBezTo>
                      <a:pt x="3624" y="253"/>
                      <a:pt x="3561" y="127"/>
                      <a:pt x="3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-20571700" y="4250400"/>
                <a:ext cx="233950" cy="120525"/>
              </a:xfrm>
              <a:custGeom>
                <a:rect b="b" l="l" r="r" t="t"/>
                <a:pathLst>
                  <a:path extrusionOk="0" h="4821" w="9358">
                    <a:moveTo>
                      <a:pt x="4695" y="0"/>
                    </a:moveTo>
                    <a:lnTo>
                      <a:pt x="3497" y="1166"/>
                    </a:lnTo>
                    <a:cubicBezTo>
                      <a:pt x="3419" y="1245"/>
                      <a:pt x="3332" y="1284"/>
                      <a:pt x="3245" y="1284"/>
                    </a:cubicBezTo>
                    <a:cubicBezTo>
                      <a:pt x="3159" y="1284"/>
                      <a:pt x="3072" y="1245"/>
                      <a:pt x="2993" y="1166"/>
                    </a:cubicBezTo>
                    <a:lnTo>
                      <a:pt x="1954" y="158"/>
                    </a:lnTo>
                    <a:lnTo>
                      <a:pt x="32" y="4316"/>
                    </a:lnTo>
                    <a:cubicBezTo>
                      <a:pt x="0" y="4442"/>
                      <a:pt x="0" y="4568"/>
                      <a:pt x="63" y="4694"/>
                    </a:cubicBezTo>
                    <a:cubicBezTo>
                      <a:pt x="158" y="4789"/>
                      <a:pt x="252" y="4820"/>
                      <a:pt x="379" y="4820"/>
                    </a:cubicBezTo>
                    <a:lnTo>
                      <a:pt x="8979" y="4820"/>
                    </a:lnTo>
                    <a:cubicBezTo>
                      <a:pt x="9105" y="4820"/>
                      <a:pt x="9200" y="4757"/>
                      <a:pt x="9294" y="4694"/>
                    </a:cubicBezTo>
                    <a:cubicBezTo>
                      <a:pt x="9357" y="4568"/>
                      <a:pt x="9357" y="4442"/>
                      <a:pt x="9326" y="4316"/>
                    </a:cubicBezTo>
                    <a:lnTo>
                      <a:pt x="7341" y="158"/>
                    </a:lnTo>
                    <a:lnTo>
                      <a:pt x="6333" y="1166"/>
                    </a:lnTo>
                    <a:cubicBezTo>
                      <a:pt x="6270" y="1260"/>
                      <a:pt x="6175" y="1292"/>
                      <a:pt x="6112" y="1292"/>
                    </a:cubicBezTo>
                    <a:cubicBezTo>
                      <a:pt x="6018" y="1292"/>
                      <a:pt x="5892" y="1260"/>
                      <a:pt x="5860" y="1166"/>
                    </a:cubicBezTo>
                    <a:lnTo>
                      <a:pt x="46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67" name="Google Shape;467;p26"/>
          <p:cNvGrpSpPr/>
          <p:nvPr/>
        </p:nvGrpSpPr>
        <p:grpSpPr>
          <a:xfrm>
            <a:off x="-1040102" y="200454"/>
            <a:ext cx="2170507" cy="2170507"/>
            <a:chOff x="4008240" y="1896120"/>
            <a:chExt cx="1703160" cy="1703160"/>
          </a:xfrm>
        </p:grpSpPr>
        <p:sp>
          <p:nvSpPr>
            <p:cNvPr id="468" name="Google Shape;468;p26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0" name="Google Shape;480;p26"/>
          <p:cNvGrpSpPr/>
          <p:nvPr/>
        </p:nvGrpSpPr>
        <p:grpSpPr>
          <a:xfrm>
            <a:off x="563538" y="1141800"/>
            <a:ext cx="751800" cy="751800"/>
            <a:chOff x="563538" y="1141800"/>
            <a:chExt cx="751800" cy="751800"/>
          </a:xfrm>
        </p:grpSpPr>
        <p:sp>
          <p:nvSpPr>
            <p:cNvPr id="481" name="Google Shape;481;p26"/>
            <p:cNvSpPr/>
            <p:nvPr/>
          </p:nvSpPr>
          <p:spPr>
            <a:xfrm>
              <a:off x="563538" y="1141800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482" name="Google Shape;482;p26"/>
            <p:cNvGrpSpPr/>
            <p:nvPr/>
          </p:nvGrpSpPr>
          <p:grpSpPr>
            <a:xfrm>
              <a:off x="762161" y="1340870"/>
              <a:ext cx="354586" cy="353645"/>
              <a:chOff x="-30345325" y="3184750"/>
              <a:chExt cx="292225" cy="291450"/>
            </a:xfrm>
          </p:grpSpPr>
          <p:sp>
            <p:nvSpPr>
              <p:cNvPr id="483" name="Google Shape;483;p26"/>
              <p:cNvSpPr/>
              <p:nvPr/>
            </p:nvSpPr>
            <p:spPr>
              <a:xfrm>
                <a:off x="-30328000" y="3184750"/>
                <a:ext cx="258375" cy="120950"/>
              </a:xfrm>
              <a:custGeom>
                <a:rect b="b" l="l" r="r" t="t"/>
                <a:pathLst>
                  <a:path extrusionOk="0" h="4838" w="10335">
                    <a:moveTo>
                      <a:pt x="1040" y="0"/>
                    </a:moveTo>
                    <a:cubicBezTo>
                      <a:pt x="473" y="0"/>
                      <a:pt x="1" y="473"/>
                      <a:pt x="1" y="1071"/>
                    </a:cubicBezTo>
                    <a:lnTo>
                      <a:pt x="1" y="2458"/>
                    </a:lnTo>
                    <a:cubicBezTo>
                      <a:pt x="1" y="2993"/>
                      <a:pt x="473" y="3466"/>
                      <a:pt x="1040" y="3466"/>
                    </a:cubicBezTo>
                    <a:lnTo>
                      <a:pt x="2048" y="3466"/>
                    </a:lnTo>
                    <a:lnTo>
                      <a:pt x="2048" y="4505"/>
                    </a:lnTo>
                    <a:cubicBezTo>
                      <a:pt x="2048" y="4663"/>
                      <a:pt x="2143" y="4757"/>
                      <a:pt x="2269" y="4820"/>
                    </a:cubicBezTo>
                    <a:cubicBezTo>
                      <a:pt x="2300" y="4831"/>
                      <a:pt x="2339" y="4838"/>
                      <a:pt x="2380" y="4838"/>
                    </a:cubicBezTo>
                    <a:cubicBezTo>
                      <a:pt x="2461" y="4838"/>
                      <a:pt x="2552" y="4810"/>
                      <a:pt x="2615" y="4726"/>
                    </a:cubicBezTo>
                    <a:lnTo>
                      <a:pt x="3876" y="3466"/>
                    </a:lnTo>
                    <a:lnTo>
                      <a:pt x="6365" y="3466"/>
                    </a:lnTo>
                    <a:lnTo>
                      <a:pt x="7625" y="4726"/>
                    </a:lnTo>
                    <a:cubicBezTo>
                      <a:pt x="7688" y="4810"/>
                      <a:pt x="7765" y="4838"/>
                      <a:pt x="7846" y="4838"/>
                    </a:cubicBezTo>
                    <a:cubicBezTo>
                      <a:pt x="7887" y="4838"/>
                      <a:pt x="7929" y="4831"/>
                      <a:pt x="7971" y="4820"/>
                    </a:cubicBezTo>
                    <a:cubicBezTo>
                      <a:pt x="8097" y="4789"/>
                      <a:pt x="8160" y="4631"/>
                      <a:pt x="8160" y="4505"/>
                    </a:cubicBezTo>
                    <a:lnTo>
                      <a:pt x="8160" y="3466"/>
                    </a:lnTo>
                    <a:lnTo>
                      <a:pt x="9231" y="3466"/>
                    </a:lnTo>
                    <a:cubicBezTo>
                      <a:pt x="9862" y="3466"/>
                      <a:pt x="10334" y="2993"/>
                      <a:pt x="10334" y="2458"/>
                    </a:cubicBezTo>
                    <a:lnTo>
                      <a:pt x="10334" y="1071"/>
                    </a:lnTo>
                    <a:cubicBezTo>
                      <a:pt x="10334" y="536"/>
                      <a:pt x="9862" y="0"/>
                      <a:pt x="92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6"/>
              <p:cNvSpPr/>
              <p:nvPr/>
            </p:nvSpPr>
            <p:spPr>
              <a:xfrm>
                <a:off x="-30310675" y="3322575"/>
                <a:ext cx="68550" cy="69350"/>
              </a:xfrm>
              <a:custGeom>
                <a:rect b="b" l="l" r="r" t="t"/>
                <a:pathLst>
                  <a:path extrusionOk="0" h="2774" w="2742">
                    <a:moveTo>
                      <a:pt x="1387" y="1"/>
                    </a:moveTo>
                    <a:cubicBezTo>
                      <a:pt x="599" y="1"/>
                      <a:pt x="1" y="631"/>
                      <a:pt x="1" y="1387"/>
                    </a:cubicBezTo>
                    <a:cubicBezTo>
                      <a:pt x="1" y="2143"/>
                      <a:pt x="599" y="2773"/>
                      <a:pt x="1387" y="2773"/>
                    </a:cubicBezTo>
                    <a:cubicBezTo>
                      <a:pt x="2143" y="2773"/>
                      <a:pt x="2742" y="2143"/>
                      <a:pt x="2742" y="1387"/>
                    </a:cubicBezTo>
                    <a:cubicBezTo>
                      <a:pt x="2742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6"/>
              <p:cNvSpPr/>
              <p:nvPr/>
            </p:nvSpPr>
            <p:spPr>
              <a:xfrm>
                <a:off x="-30345325" y="3408425"/>
                <a:ext cx="137075" cy="67775"/>
              </a:xfrm>
              <a:custGeom>
                <a:rect b="b" l="l" r="r" t="t"/>
                <a:pathLst>
                  <a:path extrusionOk="0" h="2711" w="5483">
                    <a:moveTo>
                      <a:pt x="2741" y="1"/>
                    </a:moveTo>
                    <a:cubicBezTo>
                      <a:pt x="1387" y="1"/>
                      <a:pt x="221" y="1040"/>
                      <a:pt x="32" y="2332"/>
                    </a:cubicBezTo>
                    <a:cubicBezTo>
                      <a:pt x="0" y="2521"/>
                      <a:pt x="158" y="2710"/>
                      <a:pt x="378" y="2710"/>
                    </a:cubicBezTo>
                    <a:lnTo>
                      <a:pt x="5104" y="2710"/>
                    </a:lnTo>
                    <a:cubicBezTo>
                      <a:pt x="5325" y="2710"/>
                      <a:pt x="5482" y="2521"/>
                      <a:pt x="5482" y="2332"/>
                    </a:cubicBezTo>
                    <a:cubicBezTo>
                      <a:pt x="5262" y="977"/>
                      <a:pt x="4128" y="1"/>
                      <a:pt x="2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6"/>
              <p:cNvSpPr/>
              <p:nvPr/>
            </p:nvSpPr>
            <p:spPr>
              <a:xfrm>
                <a:off x="-30156300" y="3322575"/>
                <a:ext cx="68550" cy="69350"/>
              </a:xfrm>
              <a:custGeom>
                <a:rect b="b" l="l" r="r" t="t"/>
                <a:pathLst>
                  <a:path extrusionOk="0" h="2774" w="2742">
                    <a:moveTo>
                      <a:pt x="1387" y="1"/>
                    </a:moveTo>
                    <a:cubicBezTo>
                      <a:pt x="631" y="1"/>
                      <a:pt x="1" y="631"/>
                      <a:pt x="1" y="1387"/>
                    </a:cubicBezTo>
                    <a:cubicBezTo>
                      <a:pt x="1" y="2143"/>
                      <a:pt x="631" y="2773"/>
                      <a:pt x="1387" y="2773"/>
                    </a:cubicBezTo>
                    <a:cubicBezTo>
                      <a:pt x="2111" y="2773"/>
                      <a:pt x="2742" y="2143"/>
                      <a:pt x="2742" y="1387"/>
                    </a:cubicBezTo>
                    <a:cubicBezTo>
                      <a:pt x="2742" y="631"/>
                      <a:pt x="2111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6"/>
              <p:cNvSpPr/>
              <p:nvPr/>
            </p:nvSpPr>
            <p:spPr>
              <a:xfrm>
                <a:off x="-30190950" y="3408425"/>
                <a:ext cx="137850" cy="67775"/>
              </a:xfrm>
              <a:custGeom>
                <a:rect b="b" l="l" r="r" t="t"/>
                <a:pathLst>
                  <a:path extrusionOk="0" h="2711" w="5514">
                    <a:moveTo>
                      <a:pt x="2773" y="1"/>
                    </a:moveTo>
                    <a:cubicBezTo>
                      <a:pt x="1387" y="1"/>
                      <a:pt x="252" y="1040"/>
                      <a:pt x="32" y="2332"/>
                    </a:cubicBezTo>
                    <a:cubicBezTo>
                      <a:pt x="0" y="2521"/>
                      <a:pt x="158" y="2710"/>
                      <a:pt x="410" y="2710"/>
                    </a:cubicBezTo>
                    <a:lnTo>
                      <a:pt x="5167" y="2710"/>
                    </a:lnTo>
                    <a:cubicBezTo>
                      <a:pt x="5356" y="2710"/>
                      <a:pt x="5514" y="2521"/>
                      <a:pt x="5514" y="2332"/>
                    </a:cubicBezTo>
                    <a:cubicBezTo>
                      <a:pt x="5293" y="977"/>
                      <a:pt x="4128" y="1"/>
                      <a:pt x="2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8" name="Google Shape;488;p26"/>
          <p:cNvGrpSpPr/>
          <p:nvPr/>
        </p:nvGrpSpPr>
        <p:grpSpPr>
          <a:xfrm>
            <a:off x="1315338" y="302300"/>
            <a:ext cx="751800" cy="751800"/>
            <a:chOff x="1315338" y="302300"/>
            <a:chExt cx="751800" cy="751800"/>
          </a:xfrm>
        </p:grpSpPr>
        <p:sp>
          <p:nvSpPr>
            <p:cNvPr id="489" name="Google Shape;489;p26"/>
            <p:cNvSpPr/>
            <p:nvPr/>
          </p:nvSpPr>
          <p:spPr>
            <a:xfrm>
              <a:off x="1315338" y="302300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490" name="Google Shape;490;p26"/>
            <p:cNvGrpSpPr/>
            <p:nvPr/>
          </p:nvGrpSpPr>
          <p:grpSpPr>
            <a:xfrm>
              <a:off x="1505395" y="492359"/>
              <a:ext cx="371696" cy="371696"/>
              <a:chOff x="6239925" y="2032450"/>
              <a:chExt cx="472775" cy="472775"/>
            </a:xfrm>
          </p:grpSpPr>
          <p:sp>
            <p:nvSpPr>
              <p:cNvPr id="491" name="Google Shape;491;p26"/>
              <p:cNvSpPr/>
              <p:nvPr/>
            </p:nvSpPr>
            <p:spPr>
              <a:xfrm>
                <a:off x="6239925" y="2032450"/>
                <a:ext cx="472775" cy="472775"/>
              </a:xfrm>
              <a:custGeom>
                <a:rect b="b" l="l" r="r" t="t"/>
                <a:pathLst>
                  <a:path extrusionOk="0" h="18911" w="18911">
                    <a:moveTo>
                      <a:pt x="9455" y="2466"/>
                    </a:moveTo>
                    <a:cubicBezTo>
                      <a:pt x="13307" y="2466"/>
                      <a:pt x="16442" y="5601"/>
                      <a:pt x="16442" y="9456"/>
                    </a:cubicBezTo>
                    <a:cubicBezTo>
                      <a:pt x="16442" y="13310"/>
                      <a:pt x="13307" y="16445"/>
                      <a:pt x="9455" y="16445"/>
                    </a:cubicBezTo>
                    <a:cubicBezTo>
                      <a:pt x="5601" y="16445"/>
                      <a:pt x="2466" y="13310"/>
                      <a:pt x="2466" y="9456"/>
                    </a:cubicBezTo>
                    <a:cubicBezTo>
                      <a:pt x="2466" y="5601"/>
                      <a:pt x="5601" y="2466"/>
                      <a:pt x="9455" y="2466"/>
                    </a:cubicBezTo>
                    <a:close/>
                    <a:moveTo>
                      <a:pt x="9455" y="0"/>
                    </a:moveTo>
                    <a:cubicBezTo>
                      <a:pt x="4228" y="0"/>
                      <a:pt x="0" y="4228"/>
                      <a:pt x="0" y="9456"/>
                    </a:cubicBezTo>
                    <a:cubicBezTo>
                      <a:pt x="0" y="14683"/>
                      <a:pt x="4228" y="18911"/>
                      <a:pt x="9455" y="18911"/>
                    </a:cubicBezTo>
                    <a:cubicBezTo>
                      <a:pt x="14680" y="18911"/>
                      <a:pt x="18911" y="14683"/>
                      <a:pt x="18911" y="9456"/>
                    </a:cubicBezTo>
                    <a:cubicBezTo>
                      <a:pt x="18911" y="4231"/>
                      <a:pt x="14680" y="0"/>
                      <a:pt x="94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492" name="Google Shape;492;p26"/>
              <p:cNvSpPr/>
              <p:nvPr/>
            </p:nvSpPr>
            <p:spPr>
              <a:xfrm>
                <a:off x="6329800" y="2122325"/>
                <a:ext cx="292950" cy="293025"/>
              </a:xfrm>
              <a:custGeom>
                <a:rect b="b" l="l" r="r" t="t"/>
                <a:pathLst>
                  <a:path extrusionOk="0" h="11721" w="11718">
                    <a:moveTo>
                      <a:pt x="5860" y="1043"/>
                    </a:moveTo>
                    <a:cubicBezTo>
                      <a:pt x="6171" y="1043"/>
                      <a:pt x="6424" y="1295"/>
                      <a:pt x="6424" y="1609"/>
                    </a:cubicBezTo>
                    <a:lnTo>
                      <a:pt x="6424" y="2542"/>
                    </a:lnTo>
                    <a:cubicBezTo>
                      <a:pt x="7264" y="2792"/>
                      <a:pt x="7839" y="3566"/>
                      <a:pt x="7842" y="4442"/>
                    </a:cubicBezTo>
                    <a:cubicBezTo>
                      <a:pt x="7842" y="4755"/>
                      <a:pt x="7589" y="5008"/>
                      <a:pt x="7276" y="5008"/>
                    </a:cubicBezTo>
                    <a:cubicBezTo>
                      <a:pt x="6966" y="5008"/>
                      <a:pt x="6713" y="4755"/>
                      <a:pt x="6713" y="4442"/>
                    </a:cubicBezTo>
                    <a:cubicBezTo>
                      <a:pt x="6713" y="3929"/>
                      <a:pt x="6292" y="3588"/>
                      <a:pt x="5853" y="3588"/>
                    </a:cubicBezTo>
                    <a:cubicBezTo>
                      <a:pt x="5644" y="3588"/>
                      <a:pt x="5429" y="3666"/>
                      <a:pt x="5255" y="3840"/>
                    </a:cubicBezTo>
                    <a:cubicBezTo>
                      <a:pt x="4719" y="4376"/>
                      <a:pt x="5099" y="5297"/>
                      <a:pt x="5860" y="5297"/>
                    </a:cubicBezTo>
                    <a:cubicBezTo>
                      <a:pt x="5862" y="5297"/>
                      <a:pt x="5865" y="5297"/>
                      <a:pt x="5867" y="5297"/>
                    </a:cubicBezTo>
                    <a:cubicBezTo>
                      <a:pt x="6849" y="5297"/>
                      <a:pt x="7680" y="6019"/>
                      <a:pt x="7821" y="6993"/>
                    </a:cubicBezTo>
                    <a:cubicBezTo>
                      <a:pt x="7962" y="7968"/>
                      <a:pt x="7369" y="8899"/>
                      <a:pt x="6424" y="9179"/>
                    </a:cubicBezTo>
                    <a:lnTo>
                      <a:pt x="6424" y="10115"/>
                    </a:lnTo>
                    <a:cubicBezTo>
                      <a:pt x="6424" y="10426"/>
                      <a:pt x="6171" y="10679"/>
                      <a:pt x="5860" y="10679"/>
                    </a:cubicBezTo>
                    <a:cubicBezTo>
                      <a:pt x="5547" y="10679"/>
                      <a:pt x="5294" y="10426"/>
                      <a:pt x="5294" y="10115"/>
                    </a:cubicBezTo>
                    <a:lnTo>
                      <a:pt x="5294" y="9179"/>
                    </a:lnTo>
                    <a:cubicBezTo>
                      <a:pt x="4454" y="8929"/>
                      <a:pt x="3879" y="8155"/>
                      <a:pt x="3876" y="7279"/>
                    </a:cubicBezTo>
                    <a:cubicBezTo>
                      <a:pt x="3876" y="6966"/>
                      <a:pt x="4129" y="6713"/>
                      <a:pt x="4442" y="6713"/>
                    </a:cubicBezTo>
                    <a:cubicBezTo>
                      <a:pt x="4752" y="6713"/>
                      <a:pt x="5005" y="6966"/>
                      <a:pt x="5005" y="7279"/>
                    </a:cubicBezTo>
                    <a:cubicBezTo>
                      <a:pt x="5005" y="7792"/>
                      <a:pt x="5426" y="8133"/>
                      <a:pt x="5865" y="8133"/>
                    </a:cubicBezTo>
                    <a:cubicBezTo>
                      <a:pt x="6074" y="8133"/>
                      <a:pt x="6288" y="8055"/>
                      <a:pt x="6463" y="7881"/>
                    </a:cubicBezTo>
                    <a:cubicBezTo>
                      <a:pt x="6999" y="7345"/>
                      <a:pt x="6619" y="6427"/>
                      <a:pt x="5860" y="6427"/>
                    </a:cubicBezTo>
                    <a:cubicBezTo>
                      <a:pt x="4873" y="6427"/>
                      <a:pt x="4039" y="5704"/>
                      <a:pt x="3897" y="4728"/>
                    </a:cubicBezTo>
                    <a:cubicBezTo>
                      <a:pt x="3756" y="3753"/>
                      <a:pt x="4349" y="2822"/>
                      <a:pt x="5294" y="2542"/>
                    </a:cubicBezTo>
                    <a:lnTo>
                      <a:pt x="5294" y="1609"/>
                    </a:lnTo>
                    <a:cubicBezTo>
                      <a:pt x="5294" y="1295"/>
                      <a:pt x="5547" y="1043"/>
                      <a:pt x="5860" y="1043"/>
                    </a:cubicBezTo>
                    <a:close/>
                    <a:moveTo>
                      <a:pt x="5860" y="1"/>
                    </a:moveTo>
                    <a:cubicBezTo>
                      <a:pt x="2629" y="1"/>
                      <a:pt x="1" y="2629"/>
                      <a:pt x="1" y="5861"/>
                    </a:cubicBezTo>
                    <a:cubicBezTo>
                      <a:pt x="1" y="9092"/>
                      <a:pt x="2629" y="11720"/>
                      <a:pt x="5860" y="11720"/>
                    </a:cubicBezTo>
                    <a:cubicBezTo>
                      <a:pt x="9088" y="11720"/>
                      <a:pt x="11717" y="9092"/>
                      <a:pt x="11717" y="5861"/>
                    </a:cubicBezTo>
                    <a:cubicBezTo>
                      <a:pt x="11717" y="2629"/>
                      <a:pt x="9088" y="1"/>
                      <a:pt x="58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493" name="Google Shape;49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7"/>
          <p:cNvSpPr txBox="1"/>
          <p:nvPr>
            <p:ph type="title"/>
          </p:nvPr>
        </p:nvSpPr>
        <p:spPr>
          <a:xfrm>
            <a:off x="3889350" y="2124325"/>
            <a:ext cx="3714300" cy="15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96" name="Google Shape;496;p27"/>
          <p:cNvSpPr txBox="1"/>
          <p:nvPr>
            <p:ph hasCustomPrompt="1" idx="2" type="title"/>
          </p:nvPr>
        </p:nvSpPr>
        <p:spPr>
          <a:xfrm>
            <a:off x="3889350" y="770737"/>
            <a:ext cx="14913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497" name="Google Shape;497;p27"/>
          <p:cNvSpPr txBox="1"/>
          <p:nvPr>
            <p:ph idx="1" type="subTitle"/>
          </p:nvPr>
        </p:nvSpPr>
        <p:spPr>
          <a:xfrm>
            <a:off x="3889350" y="3703175"/>
            <a:ext cx="3680100" cy="66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498" name="Google Shape;498;p27"/>
          <p:cNvSpPr/>
          <p:nvPr/>
        </p:nvSpPr>
        <p:spPr>
          <a:xfrm>
            <a:off x="-1334833" y="2439317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-406690" y="-973077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0" name="Google Shape;500;p27"/>
          <p:cNvGrpSpPr/>
          <p:nvPr/>
        </p:nvGrpSpPr>
        <p:grpSpPr>
          <a:xfrm>
            <a:off x="6354225" y="180175"/>
            <a:ext cx="958167" cy="239549"/>
            <a:chOff x="7380000" y="1200450"/>
            <a:chExt cx="958167" cy="239549"/>
          </a:xfrm>
        </p:grpSpPr>
        <p:sp>
          <p:nvSpPr>
            <p:cNvPr id="501" name="Google Shape;501;p27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" name="Google Shape;507;p27"/>
          <p:cNvGrpSpPr/>
          <p:nvPr/>
        </p:nvGrpSpPr>
        <p:grpSpPr>
          <a:xfrm>
            <a:off x="773213" y="1449331"/>
            <a:ext cx="751800" cy="751800"/>
            <a:chOff x="7117613" y="322856"/>
            <a:chExt cx="751800" cy="751800"/>
          </a:xfrm>
        </p:grpSpPr>
        <p:sp>
          <p:nvSpPr>
            <p:cNvPr id="508" name="Google Shape;508;p27"/>
            <p:cNvSpPr/>
            <p:nvPr/>
          </p:nvSpPr>
          <p:spPr>
            <a:xfrm>
              <a:off x="7117613" y="322856"/>
              <a:ext cx="751800" cy="7518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509" name="Google Shape;509;p27"/>
            <p:cNvGrpSpPr/>
            <p:nvPr/>
          </p:nvGrpSpPr>
          <p:grpSpPr>
            <a:xfrm>
              <a:off x="7323889" y="529123"/>
              <a:ext cx="339253" cy="339253"/>
              <a:chOff x="5651375" y="3806450"/>
              <a:chExt cx="481825" cy="481825"/>
            </a:xfrm>
          </p:grpSpPr>
          <p:sp>
            <p:nvSpPr>
              <p:cNvPr id="510" name="Google Shape;510;p27"/>
              <p:cNvSpPr/>
              <p:nvPr/>
            </p:nvSpPr>
            <p:spPr>
              <a:xfrm>
                <a:off x="5793425" y="3976800"/>
                <a:ext cx="28250" cy="28275"/>
              </a:xfrm>
              <a:custGeom>
                <a:rect b="b" l="l" r="r" t="t"/>
                <a:pathLst>
                  <a:path extrusionOk="0" h="1131" w="1130">
                    <a:moveTo>
                      <a:pt x="567" y="1"/>
                    </a:moveTo>
                    <a:cubicBezTo>
                      <a:pt x="253" y="1"/>
                      <a:pt x="0" y="251"/>
                      <a:pt x="0" y="564"/>
                    </a:cubicBezTo>
                    <a:cubicBezTo>
                      <a:pt x="0" y="877"/>
                      <a:pt x="253" y="1130"/>
                      <a:pt x="567" y="1130"/>
                    </a:cubicBezTo>
                    <a:cubicBezTo>
                      <a:pt x="877" y="1130"/>
                      <a:pt x="1130" y="877"/>
                      <a:pt x="1130" y="564"/>
                    </a:cubicBezTo>
                    <a:cubicBezTo>
                      <a:pt x="1130" y="251"/>
                      <a:pt x="877" y="1"/>
                      <a:pt x="5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511" name="Google Shape;511;p27"/>
              <p:cNvSpPr/>
              <p:nvPr/>
            </p:nvSpPr>
            <p:spPr>
              <a:xfrm>
                <a:off x="5794475" y="4089725"/>
                <a:ext cx="195600" cy="84725"/>
              </a:xfrm>
              <a:custGeom>
                <a:rect b="b" l="l" r="r" t="t"/>
                <a:pathLst>
                  <a:path extrusionOk="0" h="3389" w="7824">
                    <a:moveTo>
                      <a:pt x="1" y="1"/>
                    </a:moveTo>
                    <a:cubicBezTo>
                      <a:pt x="284" y="1943"/>
                      <a:pt x="1949" y="3385"/>
                      <a:pt x="3912" y="3388"/>
                    </a:cubicBezTo>
                    <a:cubicBezTo>
                      <a:pt x="5875" y="3385"/>
                      <a:pt x="7541" y="1943"/>
                      <a:pt x="78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512" name="Google Shape;512;p27"/>
              <p:cNvSpPr/>
              <p:nvPr/>
            </p:nvSpPr>
            <p:spPr>
              <a:xfrm>
                <a:off x="5651375" y="3806450"/>
                <a:ext cx="481825" cy="481825"/>
              </a:xfrm>
              <a:custGeom>
                <a:rect b="b" l="l" r="r" t="t"/>
                <a:pathLst>
                  <a:path extrusionOk="0" h="19273" w="19273">
                    <a:moveTo>
                      <a:pt x="6249" y="5686"/>
                    </a:moveTo>
                    <a:cubicBezTo>
                      <a:pt x="6932" y="5686"/>
                      <a:pt x="7549" y="6098"/>
                      <a:pt x="7811" y="6730"/>
                    </a:cubicBezTo>
                    <a:cubicBezTo>
                      <a:pt x="8073" y="7363"/>
                      <a:pt x="7929" y="8092"/>
                      <a:pt x="7444" y="8576"/>
                    </a:cubicBezTo>
                    <a:cubicBezTo>
                      <a:pt x="7122" y="8901"/>
                      <a:pt x="6689" y="9073"/>
                      <a:pt x="6248" y="9073"/>
                    </a:cubicBezTo>
                    <a:cubicBezTo>
                      <a:pt x="6029" y="9073"/>
                      <a:pt x="5808" y="9031"/>
                      <a:pt x="5598" y="8944"/>
                    </a:cubicBezTo>
                    <a:cubicBezTo>
                      <a:pt x="4966" y="8682"/>
                      <a:pt x="4553" y="8064"/>
                      <a:pt x="4553" y="7378"/>
                    </a:cubicBezTo>
                    <a:cubicBezTo>
                      <a:pt x="4556" y="6441"/>
                      <a:pt x="5312" y="5686"/>
                      <a:pt x="6249" y="5686"/>
                    </a:cubicBezTo>
                    <a:close/>
                    <a:moveTo>
                      <a:pt x="13024" y="5683"/>
                    </a:moveTo>
                    <a:cubicBezTo>
                      <a:pt x="13242" y="5683"/>
                      <a:pt x="13462" y="5725"/>
                      <a:pt x="13671" y="5812"/>
                    </a:cubicBezTo>
                    <a:cubicBezTo>
                      <a:pt x="14304" y="6074"/>
                      <a:pt x="14716" y="6691"/>
                      <a:pt x="14716" y="7378"/>
                    </a:cubicBezTo>
                    <a:cubicBezTo>
                      <a:pt x="14716" y="8314"/>
                      <a:pt x="13957" y="9073"/>
                      <a:pt x="13024" y="9073"/>
                    </a:cubicBezTo>
                    <a:cubicBezTo>
                      <a:pt x="12337" y="9073"/>
                      <a:pt x="11720" y="8658"/>
                      <a:pt x="11458" y="8025"/>
                    </a:cubicBezTo>
                    <a:cubicBezTo>
                      <a:pt x="11196" y="7393"/>
                      <a:pt x="11341" y="6664"/>
                      <a:pt x="11825" y="6179"/>
                    </a:cubicBezTo>
                    <a:cubicBezTo>
                      <a:pt x="12150" y="5855"/>
                      <a:pt x="12583" y="5683"/>
                      <a:pt x="13024" y="5683"/>
                    </a:cubicBezTo>
                    <a:close/>
                    <a:moveTo>
                      <a:pt x="14153" y="10202"/>
                    </a:moveTo>
                    <a:cubicBezTo>
                      <a:pt x="14463" y="10202"/>
                      <a:pt x="14716" y="10452"/>
                      <a:pt x="14716" y="10766"/>
                    </a:cubicBezTo>
                    <a:cubicBezTo>
                      <a:pt x="14716" y="13566"/>
                      <a:pt x="12437" y="15849"/>
                      <a:pt x="9636" y="15849"/>
                    </a:cubicBezTo>
                    <a:cubicBezTo>
                      <a:pt x="6833" y="15849"/>
                      <a:pt x="4553" y="13566"/>
                      <a:pt x="4553" y="10766"/>
                    </a:cubicBezTo>
                    <a:cubicBezTo>
                      <a:pt x="4553" y="10452"/>
                      <a:pt x="4806" y="10202"/>
                      <a:pt x="5119" y="10202"/>
                    </a:cubicBezTo>
                    <a:close/>
                    <a:moveTo>
                      <a:pt x="9636" y="0"/>
                    </a:moveTo>
                    <a:cubicBezTo>
                      <a:pt x="4342" y="0"/>
                      <a:pt x="0" y="4343"/>
                      <a:pt x="0" y="9636"/>
                    </a:cubicBezTo>
                    <a:cubicBezTo>
                      <a:pt x="0" y="14930"/>
                      <a:pt x="4342" y="19272"/>
                      <a:pt x="9636" y="19272"/>
                    </a:cubicBezTo>
                    <a:cubicBezTo>
                      <a:pt x="14927" y="19272"/>
                      <a:pt x="19272" y="14930"/>
                      <a:pt x="19272" y="9636"/>
                    </a:cubicBezTo>
                    <a:cubicBezTo>
                      <a:pt x="19272" y="4343"/>
                      <a:pt x="14930" y="0"/>
                      <a:pt x="96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513" name="Google Shape;513;p27"/>
              <p:cNvSpPr/>
              <p:nvPr/>
            </p:nvSpPr>
            <p:spPr>
              <a:xfrm>
                <a:off x="5962800" y="3976800"/>
                <a:ext cx="28250" cy="28275"/>
              </a:xfrm>
              <a:custGeom>
                <a:rect b="b" l="l" r="r" t="t"/>
                <a:pathLst>
                  <a:path extrusionOk="0" h="1131" w="113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cubicBezTo>
                      <a:pt x="1" y="877"/>
                      <a:pt x="254" y="1130"/>
                      <a:pt x="567" y="1130"/>
                    </a:cubicBezTo>
                    <a:cubicBezTo>
                      <a:pt x="877" y="1130"/>
                      <a:pt x="1130" y="877"/>
                      <a:pt x="1130" y="564"/>
                    </a:cubicBezTo>
                    <a:cubicBezTo>
                      <a:pt x="1130" y="251"/>
                      <a:pt x="877" y="1"/>
                      <a:pt x="5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514" name="Google Shape;514;p27"/>
          <p:cNvGrpSpPr/>
          <p:nvPr/>
        </p:nvGrpSpPr>
        <p:grpSpPr>
          <a:xfrm>
            <a:off x="972150" y="2651675"/>
            <a:ext cx="751800" cy="751800"/>
            <a:chOff x="8209650" y="912425"/>
            <a:chExt cx="751800" cy="751800"/>
          </a:xfrm>
        </p:grpSpPr>
        <p:sp>
          <p:nvSpPr>
            <p:cNvPr id="515" name="Google Shape;515;p27"/>
            <p:cNvSpPr/>
            <p:nvPr/>
          </p:nvSpPr>
          <p:spPr>
            <a:xfrm flipH="1" rot="10800000">
              <a:off x="8209650" y="912425"/>
              <a:ext cx="751800" cy="751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516" name="Google Shape;516;p27"/>
            <p:cNvGrpSpPr/>
            <p:nvPr/>
          </p:nvGrpSpPr>
          <p:grpSpPr>
            <a:xfrm>
              <a:off x="8404900" y="1111922"/>
              <a:ext cx="361292" cy="352803"/>
              <a:chOff x="-28463700" y="3914875"/>
              <a:chExt cx="303275" cy="296150"/>
            </a:xfrm>
          </p:grpSpPr>
          <p:sp>
            <p:nvSpPr>
              <p:cNvPr id="517" name="Google Shape;517;p27"/>
              <p:cNvSpPr/>
              <p:nvPr/>
            </p:nvSpPr>
            <p:spPr>
              <a:xfrm>
                <a:off x="-28333725" y="4057375"/>
                <a:ext cx="86650" cy="64650"/>
              </a:xfrm>
              <a:custGeom>
                <a:rect b="b" l="l" r="r" t="t"/>
                <a:pathLst>
                  <a:path extrusionOk="0" h="2586" w="3466">
                    <a:moveTo>
                      <a:pt x="614" y="0"/>
                    </a:moveTo>
                    <a:cubicBezTo>
                      <a:pt x="287" y="0"/>
                      <a:pt x="0" y="305"/>
                      <a:pt x="0" y="696"/>
                    </a:cubicBezTo>
                    <a:cubicBezTo>
                      <a:pt x="0" y="1326"/>
                      <a:pt x="1008" y="2019"/>
                      <a:pt x="1733" y="2586"/>
                    </a:cubicBezTo>
                    <a:cubicBezTo>
                      <a:pt x="2426" y="2019"/>
                      <a:pt x="3466" y="1326"/>
                      <a:pt x="3466" y="696"/>
                    </a:cubicBezTo>
                    <a:cubicBezTo>
                      <a:pt x="3466" y="349"/>
                      <a:pt x="3214" y="3"/>
                      <a:pt x="2741" y="3"/>
                    </a:cubicBezTo>
                    <a:cubicBezTo>
                      <a:pt x="2237" y="3"/>
                      <a:pt x="2048" y="570"/>
                      <a:pt x="2048" y="570"/>
                    </a:cubicBezTo>
                    <a:cubicBezTo>
                      <a:pt x="2001" y="743"/>
                      <a:pt x="1851" y="830"/>
                      <a:pt x="1701" y="830"/>
                    </a:cubicBezTo>
                    <a:cubicBezTo>
                      <a:pt x="1552" y="830"/>
                      <a:pt x="1402" y="743"/>
                      <a:pt x="1355" y="570"/>
                    </a:cubicBezTo>
                    <a:cubicBezTo>
                      <a:pt x="1355" y="538"/>
                      <a:pt x="1166" y="3"/>
                      <a:pt x="662" y="3"/>
                    </a:cubicBezTo>
                    <a:cubicBezTo>
                      <a:pt x="646" y="1"/>
                      <a:pt x="630" y="0"/>
                      <a:pt x="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7"/>
              <p:cNvSpPr/>
              <p:nvPr/>
            </p:nvSpPr>
            <p:spPr>
              <a:xfrm>
                <a:off x="-28463700" y="3914875"/>
                <a:ext cx="303275" cy="296150"/>
              </a:xfrm>
              <a:custGeom>
                <a:rect b="b" l="l" r="r" t="t"/>
                <a:pathLst>
                  <a:path extrusionOk="0" h="11846" w="12131">
                    <a:moveTo>
                      <a:pt x="3744" y="3555"/>
                    </a:moveTo>
                    <a:cubicBezTo>
                      <a:pt x="3907" y="3555"/>
                      <a:pt x="4040" y="3674"/>
                      <a:pt x="4096" y="3844"/>
                    </a:cubicBezTo>
                    <a:cubicBezTo>
                      <a:pt x="4128" y="4033"/>
                      <a:pt x="3970" y="4190"/>
                      <a:pt x="3813" y="4253"/>
                    </a:cubicBezTo>
                    <a:cubicBezTo>
                      <a:pt x="2931" y="4379"/>
                      <a:pt x="2427" y="5451"/>
                      <a:pt x="2899" y="6333"/>
                    </a:cubicBezTo>
                    <a:cubicBezTo>
                      <a:pt x="2994" y="6490"/>
                      <a:pt x="2931" y="6711"/>
                      <a:pt x="2773" y="6805"/>
                    </a:cubicBezTo>
                    <a:cubicBezTo>
                      <a:pt x="2723" y="6825"/>
                      <a:pt x="2667" y="6836"/>
                      <a:pt x="2611" y="6836"/>
                    </a:cubicBezTo>
                    <a:cubicBezTo>
                      <a:pt x="2489" y="6836"/>
                      <a:pt x="2365" y="6787"/>
                      <a:pt x="2301" y="6679"/>
                    </a:cubicBezTo>
                    <a:cubicBezTo>
                      <a:pt x="1608" y="5419"/>
                      <a:pt x="2364" y="3812"/>
                      <a:pt x="3687" y="3560"/>
                    </a:cubicBezTo>
                    <a:cubicBezTo>
                      <a:pt x="3706" y="3557"/>
                      <a:pt x="3726" y="3555"/>
                      <a:pt x="3744" y="3555"/>
                    </a:cubicBezTo>
                    <a:close/>
                    <a:moveTo>
                      <a:pt x="7940" y="4946"/>
                    </a:moveTo>
                    <a:cubicBezTo>
                      <a:pt x="8728" y="4946"/>
                      <a:pt x="9326" y="5577"/>
                      <a:pt x="9326" y="6364"/>
                    </a:cubicBezTo>
                    <a:cubicBezTo>
                      <a:pt x="9326" y="7341"/>
                      <a:pt x="8381" y="7939"/>
                      <a:pt x="7121" y="9011"/>
                    </a:cubicBezTo>
                    <a:cubicBezTo>
                      <a:pt x="7058" y="9074"/>
                      <a:pt x="6979" y="9105"/>
                      <a:pt x="6900" y="9105"/>
                    </a:cubicBezTo>
                    <a:cubicBezTo>
                      <a:pt x="6822" y="9105"/>
                      <a:pt x="6743" y="9074"/>
                      <a:pt x="6680" y="9011"/>
                    </a:cubicBezTo>
                    <a:cubicBezTo>
                      <a:pt x="5420" y="7971"/>
                      <a:pt x="4474" y="7341"/>
                      <a:pt x="4474" y="6364"/>
                    </a:cubicBezTo>
                    <a:cubicBezTo>
                      <a:pt x="4474" y="5577"/>
                      <a:pt x="5105" y="4946"/>
                      <a:pt x="5861" y="4946"/>
                    </a:cubicBezTo>
                    <a:cubicBezTo>
                      <a:pt x="6365" y="4946"/>
                      <a:pt x="6711" y="5230"/>
                      <a:pt x="6932" y="5451"/>
                    </a:cubicBezTo>
                    <a:cubicBezTo>
                      <a:pt x="7121" y="5198"/>
                      <a:pt x="7467" y="4946"/>
                      <a:pt x="7940" y="4946"/>
                    </a:cubicBezTo>
                    <a:close/>
                    <a:moveTo>
                      <a:pt x="7404" y="0"/>
                    </a:moveTo>
                    <a:cubicBezTo>
                      <a:pt x="6459" y="0"/>
                      <a:pt x="5703" y="788"/>
                      <a:pt x="5703" y="1733"/>
                    </a:cubicBezTo>
                    <a:lnTo>
                      <a:pt x="5703" y="2899"/>
                    </a:lnTo>
                    <a:cubicBezTo>
                      <a:pt x="5136" y="2395"/>
                      <a:pt x="4443" y="2111"/>
                      <a:pt x="3687" y="2111"/>
                    </a:cubicBezTo>
                    <a:cubicBezTo>
                      <a:pt x="1450" y="2111"/>
                      <a:pt x="1" y="4505"/>
                      <a:pt x="977" y="6616"/>
                    </a:cubicBezTo>
                    <a:lnTo>
                      <a:pt x="2899" y="10649"/>
                    </a:lnTo>
                    <a:cubicBezTo>
                      <a:pt x="3246" y="11373"/>
                      <a:pt x="3939" y="11846"/>
                      <a:pt x="4727" y="11846"/>
                    </a:cubicBezTo>
                    <a:cubicBezTo>
                      <a:pt x="5231" y="11846"/>
                      <a:pt x="5703" y="11657"/>
                      <a:pt x="6050" y="11342"/>
                    </a:cubicBezTo>
                    <a:cubicBezTo>
                      <a:pt x="6396" y="11688"/>
                      <a:pt x="6869" y="11846"/>
                      <a:pt x="7404" y="11846"/>
                    </a:cubicBezTo>
                    <a:cubicBezTo>
                      <a:pt x="8192" y="11846"/>
                      <a:pt x="8885" y="11405"/>
                      <a:pt x="9200" y="10649"/>
                    </a:cubicBezTo>
                    <a:lnTo>
                      <a:pt x="11122" y="6616"/>
                    </a:lnTo>
                    <a:cubicBezTo>
                      <a:pt x="12130" y="4505"/>
                      <a:pt x="10618" y="2111"/>
                      <a:pt x="8413" y="2111"/>
                    </a:cubicBezTo>
                    <a:cubicBezTo>
                      <a:pt x="7656" y="2111"/>
                      <a:pt x="6963" y="2395"/>
                      <a:pt x="6396" y="2899"/>
                    </a:cubicBezTo>
                    <a:lnTo>
                      <a:pt x="6396" y="1733"/>
                    </a:lnTo>
                    <a:cubicBezTo>
                      <a:pt x="6396" y="1166"/>
                      <a:pt x="6837" y="693"/>
                      <a:pt x="7404" y="693"/>
                    </a:cubicBezTo>
                    <a:cubicBezTo>
                      <a:pt x="7593" y="693"/>
                      <a:pt x="7751" y="536"/>
                      <a:pt x="7751" y="347"/>
                    </a:cubicBezTo>
                    <a:cubicBezTo>
                      <a:pt x="7751" y="158"/>
                      <a:pt x="7593" y="0"/>
                      <a:pt x="74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9" name="Google Shape;519;p27"/>
          <p:cNvGrpSpPr/>
          <p:nvPr/>
        </p:nvGrpSpPr>
        <p:grpSpPr>
          <a:xfrm>
            <a:off x="1988388" y="3293075"/>
            <a:ext cx="751800" cy="751800"/>
            <a:chOff x="1523388" y="338075"/>
            <a:chExt cx="751800" cy="751800"/>
          </a:xfrm>
        </p:grpSpPr>
        <p:sp>
          <p:nvSpPr>
            <p:cNvPr id="520" name="Google Shape;520;p27"/>
            <p:cNvSpPr/>
            <p:nvPr/>
          </p:nvSpPr>
          <p:spPr>
            <a:xfrm>
              <a:off x="1523388" y="338075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521" name="Google Shape;521;p27"/>
            <p:cNvGrpSpPr/>
            <p:nvPr/>
          </p:nvGrpSpPr>
          <p:grpSpPr>
            <a:xfrm>
              <a:off x="1683141" y="594207"/>
              <a:ext cx="432310" cy="239543"/>
              <a:chOff x="903075" y="2730000"/>
              <a:chExt cx="475275" cy="263350"/>
            </a:xfrm>
          </p:grpSpPr>
          <p:sp>
            <p:nvSpPr>
              <p:cNvPr id="522" name="Google Shape;522;p27"/>
              <p:cNvSpPr/>
              <p:nvPr/>
            </p:nvSpPr>
            <p:spPr>
              <a:xfrm>
                <a:off x="986725" y="2807325"/>
                <a:ext cx="308000" cy="108800"/>
              </a:xfrm>
              <a:custGeom>
                <a:rect b="b" l="l" r="r" t="t"/>
                <a:pathLst>
                  <a:path extrusionOk="0" h="4352" w="12320">
                    <a:moveTo>
                      <a:pt x="6161" y="482"/>
                    </a:moveTo>
                    <a:cubicBezTo>
                      <a:pt x="6845" y="482"/>
                      <a:pt x="7462" y="894"/>
                      <a:pt x="7724" y="1527"/>
                    </a:cubicBezTo>
                    <a:cubicBezTo>
                      <a:pt x="7986" y="2159"/>
                      <a:pt x="7838" y="2888"/>
                      <a:pt x="7357" y="3370"/>
                    </a:cubicBezTo>
                    <a:cubicBezTo>
                      <a:pt x="7032" y="3694"/>
                      <a:pt x="6599" y="3866"/>
                      <a:pt x="6158" y="3866"/>
                    </a:cubicBezTo>
                    <a:cubicBezTo>
                      <a:pt x="5940" y="3866"/>
                      <a:pt x="5720" y="3824"/>
                      <a:pt x="5511" y="3737"/>
                    </a:cubicBezTo>
                    <a:cubicBezTo>
                      <a:pt x="4881" y="3475"/>
                      <a:pt x="4469" y="2858"/>
                      <a:pt x="4469" y="2174"/>
                    </a:cubicBezTo>
                    <a:cubicBezTo>
                      <a:pt x="4469" y="1241"/>
                      <a:pt x="5225" y="482"/>
                      <a:pt x="6161" y="482"/>
                    </a:cubicBezTo>
                    <a:close/>
                    <a:moveTo>
                      <a:pt x="1418" y="0"/>
                    </a:moveTo>
                    <a:cubicBezTo>
                      <a:pt x="1220" y="684"/>
                      <a:pt x="684" y="1220"/>
                      <a:pt x="0" y="1415"/>
                    </a:cubicBezTo>
                    <a:lnTo>
                      <a:pt x="0" y="2933"/>
                    </a:lnTo>
                    <a:cubicBezTo>
                      <a:pt x="684" y="3129"/>
                      <a:pt x="1220" y="3665"/>
                      <a:pt x="1418" y="4351"/>
                    </a:cubicBezTo>
                    <a:lnTo>
                      <a:pt x="10904" y="4351"/>
                    </a:lnTo>
                    <a:cubicBezTo>
                      <a:pt x="11100" y="3665"/>
                      <a:pt x="11636" y="3129"/>
                      <a:pt x="12319" y="2933"/>
                    </a:cubicBezTo>
                    <a:lnTo>
                      <a:pt x="12319" y="1415"/>
                    </a:lnTo>
                    <a:cubicBezTo>
                      <a:pt x="11636" y="1220"/>
                      <a:pt x="11100" y="684"/>
                      <a:pt x="109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523" name="Google Shape;523;p27"/>
              <p:cNvSpPr/>
              <p:nvPr/>
            </p:nvSpPr>
            <p:spPr>
              <a:xfrm>
                <a:off x="1126675" y="2847600"/>
                <a:ext cx="28100" cy="28175"/>
              </a:xfrm>
              <a:custGeom>
                <a:rect b="b" l="l" r="r" t="t"/>
                <a:pathLst>
                  <a:path extrusionOk="0" h="1127" w="1124">
                    <a:moveTo>
                      <a:pt x="563" y="0"/>
                    </a:moveTo>
                    <a:cubicBezTo>
                      <a:pt x="250" y="0"/>
                      <a:pt x="0" y="253"/>
                      <a:pt x="0" y="563"/>
                    </a:cubicBezTo>
                    <a:cubicBezTo>
                      <a:pt x="0" y="873"/>
                      <a:pt x="250" y="1126"/>
                      <a:pt x="563" y="1126"/>
                    </a:cubicBezTo>
                    <a:cubicBezTo>
                      <a:pt x="873" y="1126"/>
                      <a:pt x="1123" y="873"/>
                      <a:pt x="1123" y="563"/>
                    </a:cubicBezTo>
                    <a:cubicBezTo>
                      <a:pt x="1123" y="253"/>
                      <a:pt x="873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524" name="Google Shape;524;p27"/>
              <p:cNvSpPr/>
              <p:nvPr/>
            </p:nvSpPr>
            <p:spPr>
              <a:xfrm>
                <a:off x="903075" y="2730000"/>
                <a:ext cx="475275" cy="263350"/>
              </a:xfrm>
              <a:custGeom>
                <a:rect b="b" l="l" r="r" t="t"/>
                <a:pathLst>
                  <a:path extrusionOk="0" h="10534" w="19011">
                    <a:moveTo>
                      <a:pt x="14735" y="1964"/>
                    </a:moveTo>
                    <a:cubicBezTo>
                      <a:pt x="15045" y="1964"/>
                      <a:pt x="15298" y="2217"/>
                      <a:pt x="15298" y="2530"/>
                    </a:cubicBezTo>
                    <a:cubicBezTo>
                      <a:pt x="15298" y="3042"/>
                      <a:pt x="15716" y="3460"/>
                      <a:pt x="16231" y="3460"/>
                    </a:cubicBezTo>
                    <a:cubicBezTo>
                      <a:pt x="16541" y="3460"/>
                      <a:pt x="16794" y="3713"/>
                      <a:pt x="16794" y="4026"/>
                    </a:cubicBezTo>
                    <a:lnTo>
                      <a:pt x="16794" y="6511"/>
                    </a:lnTo>
                    <a:cubicBezTo>
                      <a:pt x="16794" y="6821"/>
                      <a:pt x="16541" y="7074"/>
                      <a:pt x="16231" y="7074"/>
                    </a:cubicBezTo>
                    <a:cubicBezTo>
                      <a:pt x="15716" y="7074"/>
                      <a:pt x="15298" y="7492"/>
                      <a:pt x="15298" y="8007"/>
                    </a:cubicBezTo>
                    <a:cubicBezTo>
                      <a:pt x="15298" y="8318"/>
                      <a:pt x="15045" y="8570"/>
                      <a:pt x="14735" y="8570"/>
                    </a:cubicBezTo>
                    <a:lnTo>
                      <a:pt x="4277" y="8570"/>
                    </a:lnTo>
                    <a:cubicBezTo>
                      <a:pt x="3966" y="8570"/>
                      <a:pt x="3714" y="8318"/>
                      <a:pt x="3714" y="8007"/>
                    </a:cubicBezTo>
                    <a:cubicBezTo>
                      <a:pt x="3714" y="7492"/>
                      <a:pt x="3295" y="7074"/>
                      <a:pt x="2783" y="7074"/>
                    </a:cubicBezTo>
                    <a:cubicBezTo>
                      <a:pt x="2470" y="7074"/>
                      <a:pt x="2217" y="6821"/>
                      <a:pt x="2217" y="6511"/>
                    </a:cubicBezTo>
                    <a:lnTo>
                      <a:pt x="2217" y="4026"/>
                    </a:lnTo>
                    <a:cubicBezTo>
                      <a:pt x="2217" y="3713"/>
                      <a:pt x="2470" y="3460"/>
                      <a:pt x="2783" y="3460"/>
                    </a:cubicBezTo>
                    <a:cubicBezTo>
                      <a:pt x="3295" y="3460"/>
                      <a:pt x="3714" y="3042"/>
                      <a:pt x="3714" y="2530"/>
                    </a:cubicBezTo>
                    <a:cubicBezTo>
                      <a:pt x="3714" y="2217"/>
                      <a:pt x="3966" y="1964"/>
                      <a:pt x="4277" y="1964"/>
                    </a:cubicBezTo>
                    <a:close/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lnTo>
                      <a:pt x="1" y="9968"/>
                    </a:lnTo>
                    <a:cubicBezTo>
                      <a:pt x="1" y="10281"/>
                      <a:pt x="254" y="10534"/>
                      <a:pt x="567" y="10534"/>
                    </a:cubicBezTo>
                    <a:lnTo>
                      <a:pt x="18445" y="10534"/>
                    </a:lnTo>
                    <a:cubicBezTo>
                      <a:pt x="18758" y="10534"/>
                      <a:pt x="19011" y="10281"/>
                      <a:pt x="19011" y="9968"/>
                    </a:cubicBezTo>
                    <a:lnTo>
                      <a:pt x="19011" y="567"/>
                    </a:lnTo>
                    <a:cubicBezTo>
                      <a:pt x="19011" y="253"/>
                      <a:pt x="18758" y="0"/>
                      <a:pt x="184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525" name="Google Shape;525;p27"/>
          <p:cNvGrpSpPr/>
          <p:nvPr/>
        </p:nvGrpSpPr>
        <p:grpSpPr>
          <a:xfrm>
            <a:off x="7717461" y="-160233"/>
            <a:ext cx="2170507" cy="2170507"/>
            <a:chOff x="4008240" y="1896120"/>
            <a:chExt cx="1703160" cy="1703160"/>
          </a:xfrm>
        </p:grpSpPr>
        <p:sp>
          <p:nvSpPr>
            <p:cNvPr id="526" name="Google Shape;526;p27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"/>
          <p:cNvSpPr txBox="1"/>
          <p:nvPr>
            <p:ph type="title"/>
          </p:nvPr>
        </p:nvSpPr>
        <p:spPr>
          <a:xfrm>
            <a:off x="3505200" y="1423150"/>
            <a:ext cx="3650700" cy="151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41" name="Google Shape;541;p28"/>
          <p:cNvSpPr txBox="1"/>
          <p:nvPr>
            <p:ph hasCustomPrompt="1" idx="2" type="title"/>
          </p:nvPr>
        </p:nvSpPr>
        <p:spPr>
          <a:xfrm>
            <a:off x="1643500" y="1280325"/>
            <a:ext cx="15297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42" name="Google Shape;542;p28"/>
          <p:cNvSpPr txBox="1"/>
          <p:nvPr>
            <p:ph idx="1" type="subTitle"/>
          </p:nvPr>
        </p:nvSpPr>
        <p:spPr>
          <a:xfrm>
            <a:off x="3505200" y="3045975"/>
            <a:ext cx="3650700" cy="7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grpSp>
        <p:nvGrpSpPr>
          <p:cNvPr id="543" name="Google Shape;543;p28"/>
          <p:cNvGrpSpPr/>
          <p:nvPr/>
        </p:nvGrpSpPr>
        <p:grpSpPr>
          <a:xfrm flipH="1" rot="10800000">
            <a:off x="-900927" y="3213277"/>
            <a:ext cx="2170507" cy="2170507"/>
            <a:chOff x="4008240" y="1896120"/>
            <a:chExt cx="1703160" cy="1703160"/>
          </a:xfrm>
        </p:grpSpPr>
        <p:sp>
          <p:nvSpPr>
            <p:cNvPr id="544" name="Google Shape;544;p28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8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8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8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28"/>
          <p:cNvSpPr/>
          <p:nvPr/>
        </p:nvSpPr>
        <p:spPr>
          <a:xfrm flipH="1" rot="10800000">
            <a:off x="517488" y="4425114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7611792" y="3248967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8430785" y="1944073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130888" y="-98631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p28"/>
          <p:cNvGrpSpPr/>
          <p:nvPr/>
        </p:nvGrpSpPr>
        <p:grpSpPr>
          <a:xfrm>
            <a:off x="6459225" y="217950"/>
            <a:ext cx="958167" cy="239549"/>
            <a:chOff x="7380000" y="1200450"/>
            <a:chExt cx="958167" cy="239549"/>
          </a:xfrm>
        </p:grpSpPr>
        <p:sp>
          <p:nvSpPr>
            <p:cNvPr id="561" name="Google Shape;561;p28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8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8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8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8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7" name="Google Shape;567;p28"/>
          <p:cNvGrpSpPr/>
          <p:nvPr/>
        </p:nvGrpSpPr>
        <p:grpSpPr>
          <a:xfrm>
            <a:off x="7880596" y="333838"/>
            <a:ext cx="751800" cy="751800"/>
            <a:chOff x="7880596" y="333838"/>
            <a:chExt cx="751800" cy="751800"/>
          </a:xfrm>
        </p:grpSpPr>
        <p:sp>
          <p:nvSpPr>
            <p:cNvPr id="568" name="Google Shape;568;p28"/>
            <p:cNvSpPr/>
            <p:nvPr/>
          </p:nvSpPr>
          <p:spPr>
            <a:xfrm>
              <a:off x="7880596" y="333838"/>
              <a:ext cx="751800" cy="7518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569" name="Google Shape;569;p28"/>
            <p:cNvGrpSpPr/>
            <p:nvPr/>
          </p:nvGrpSpPr>
          <p:grpSpPr>
            <a:xfrm>
              <a:off x="8102794" y="508214"/>
              <a:ext cx="307422" cy="403069"/>
              <a:chOff x="3167275" y="3227275"/>
              <a:chExt cx="225300" cy="295375"/>
            </a:xfrm>
          </p:grpSpPr>
          <p:sp>
            <p:nvSpPr>
              <p:cNvPr id="570" name="Google Shape;570;p28"/>
              <p:cNvSpPr/>
              <p:nvPr/>
            </p:nvSpPr>
            <p:spPr>
              <a:xfrm>
                <a:off x="3167275" y="3227275"/>
                <a:ext cx="225300" cy="207950"/>
              </a:xfrm>
              <a:custGeom>
                <a:rect b="b" l="l" r="r" t="t"/>
                <a:pathLst>
                  <a:path extrusionOk="0" h="8318" w="9012">
                    <a:moveTo>
                      <a:pt x="4538" y="1"/>
                    </a:moveTo>
                    <a:cubicBezTo>
                      <a:pt x="2112" y="1"/>
                      <a:pt x="1" y="1985"/>
                      <a:pt x="32" y="4537"/>
                    </a:cubicBezTo>
                    <a:cubicBezTo>
                      <a:pt x="32" y="5860"/>
                      <a:pt x="631" y="7184"/>
                      <a:pt x="1797" y="8066"/>
                    </a:cubicBezTo>
                    <a:cubicBezTo>
                      <a:pt x="1923" y="8192"/>
                      <a:pt x="2017" y="8223"/>
                      <a:pt x="2049" y="8318"/>
                    </a:cubicBezTo>
                    <a:lnTo>
                      <a:pt x="4160" y="8318"/>
                    </a:lnTo>
                    <a:lnTo>
                      <a:pt x="4160" y="6900"/>
                    </a:lnTo>
                    <a:lnTo>
                      <a:pt x="2427" y="6900"/>
                    </a:lnTo>
                    <a:cubicBezTo>
                      <a:pt x="2238" y="6900"/>
                      <a:pt x="2080" y="6743"/>
                      <a:pt x="2080" y="6554"/>
                    </a:cubicBezTo>
                    <a:lnTo>
                      <a:pt x="2080" y="5829"/>
                    </a:lnTo>
                    <a:cubicBezTo>
                      <a:pt x="2080" y="4852"/>
                      <a:pt x="2679" y="4033"/>
                      <a:pt x="3498" y="3624"/>
                    </a:cubicBezTo>
                    <a:cubicBezTo>
                      <a:pt x="3277" y="3403"/>
                      <a:pt x="3151" y="3088"/>
                      <a:pt x="3151" y="2678"/>
                    </a:cubicBezTo>
                    <a:cubicBezTo>
                      <a:pt x="3151" y="1922"/>
                      <a:pt x="3782" y="1292"/>
                      <a:pt x="4538" y="1292"/>
                    </a:cubicBezTo>
                    <a:cubicBezTo>
                      <a:pt x="5262" y="1292"/>
                      <a:pt x="5892" y="1922"/>
                      <a:pt x="5892" y="2678"/>
                    </a:cubicBezTo>
                    <a:cubicBezTo>
                      <a:pt x="5892" y="3025"/>
                      <a:pt x="5735" y="3340"/>
                      <a:pt x="5546" y="3624"/>
                    </a:cubicBezTo>
                    <a:cubicBezTo>
                      <a:pt x="6365" y="4033"/>
                      <a:pt x="6964" y="4852"/>
                      <a:pt x="6964" y="5829"/>
                    </a:cubicBezTo>
                    <a:lnTo>
                      <a:pt x="6964" y="6554"/>
                    </a:lnTo>
                    <a:cubicBezTo>
                      <a:pt x="6964" y="6743"/>
                      <a:pt x="6806" y="6900"/>
                      <a:pt x="6617" y="6900"/>
                    </a:cubicBezTo>
                    <a:lnTo>
                      <a:pt x="4884" y="6900"/>
                    </a:lnTo>
                    <a:lnTo>
                      <a:pt x="4884" y="8318"/>
                    </a:lnTo>
                    <a:lnTo>
                      <a:pt x="6995" y="8318"/>
                    </a:lnTo>
                    <a:cubicBezTo>
                      <a:pt x="7027" y="8286"/>
                      <a:pt x="7121" y="8192"/>
                      <a:pt x="7247" y="8129"/>
                    </a:cubicBezTo>
                    <a:cubicBezTo>
                      <a:pt x="8413" y="7184"/>
                      <a:pt x="9011" y="5829"/>
                      <a:pt x="9011" y="4506"/>
                    </a:cubicBezTo>
                    <a:cubicBezTo>
                      <a:pt x="9011" y="2017"/>
                      <a:pt x="6995" y="1"/>
                      <a:pt x="45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8"/>
              <p:cNvSpPr/>
              <p:nvPr/>
            </p:nvSpPr>
            <p:spPr>
              <a:xfrm>
                <a:off x="3262600" y="3278475"/>
                <a:ext cx="35450" cy="35475"/>
              </a:xfrm>
              <a:custGeom>
                <a:rect b="b" l="l" r="r" t="t"/>
                <a:pathLst>
                  <a:path extrusionOk="0" h="1419" w="1418">
                    <a:moveTo>
                      <a:pt x="725" y="0"/>
                    </a:moveTo>
                    <a:cubicBezTo>
                      <a:pt x="315" y="0"/>
                      <a:pt x="0" y="315"/>
                      <a:pt x="0" y="725"/>
                    </a:cubicBezTo>
                    <a:cubicBezTo>
                      <a:pt x="0" y="1103"/>
                      <a:pt x="315" y="1418"/>
                      <a:pt x="725" y="1418"/>
                    </a:cubicBezTo>
                    <a:cubicBezTo>
                      <a:pt x="1103" y="1418"/>
                      <a:pt x="1418" y="1103"/>
                      <a:pt x="1418" y="725"/>
                    </a:cubicBezTo>
                    <a:cubicBezTo>
                      <a:pt x="1418" y="315"/>
                      <a:pt x="1103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>
                <a:off x="3220050" y="3452525"/>
                <a:ext cx="121325" cy="35475"/>
              </a:xfrm>
              <a:custGeom>
                <a:rect b="b" l="l" r="r" t="t"/>
                <a:pathLst>
                  <a:path extrusionOk="0" h="1419" w="4853">
                    <a:moveTo>
                      <a:pt x="1" y="1"/>
                    </a:moveTo>
                    <a:lnTo>
                      <a:pt x="1" y="347"/>
                    </a:lnTo>
                    <a:cubicBezTo>
                      <a:pt x="1" y="946"/>
                      <a:pt x="473" y="1419"/>
                      <a:pt x="1040" y="1419"/>
                    </a:cubicBezTo>
                    <a:lnTo>
                      <a:pt x="3781" y="1419"/>
                    </a:lnTo>
                    <a:cubicBezTo>
                      <a:pt x="4380" y="1419"/>
                      <a:pt x="4853" y="946"/>
                      <a:pt x="4853" y="347"/>
                    </a:cubicBezTo>
                    <a:lnTo>
                      <a:pt x="48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8"/>
              <p:cNvSpPr/>
              <p:nvPr/>
            </p:nvSpPr>
            <p:spPr>
              <a:xfrm>
                <a:off x="3237375" y="3332025"/>
                <a:ext cx="86675" cy="52000"/>
              </a:xfrm>
              <a:custGeom>
                <a:rect b="b" l="l" r="r" t="t"/>
                <a:pathLst>
                  <a:path extrusionOk="0" h="2080" w="3467">
                    <a:moveTo>
                      <a:pt x="1734" y="1"/>
                    </a:moveTo>
                    <a:cubicBezTo>
                      <a:pt x="789" y="1"/>
                      <a:pt x="1" y="725"/>
                      <a:pt x="1" y="1733"/>
                    </a:cubicBezTo>
                    <a:lnTo>
                      <a:pt x="1" y="2080"/>
                    </a:lnTo>
                    <a:lnTo>
                      <a:pt x="3466" y="2080"/>
                    </a:lnTo>
                    <a:lnTo>
                      <a:pt x="3466" y="1733"/>
                    </a:lnTo>
                    <a:cubicBezTo>
                      <a:pt x="3466" y="788"/>
                      <a:pt x="2679" y="1"/>
                      <a:pt x="17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8"/>
              <p:cNvSpPr/>
              <p:nvPr/>
            </p:nvSpPr>
            <p:spPr>
              <a:xfrm>
                <a:off x="3237375" y="3505300"/>
                <a:ext cx="87450" cy="17350"/>
              </a:xfrm>
              <a:custGeom>
                <a:rect b="b" l="l" r="r" t="t"/>
                <a:pathLst>
                  <a:path extrusionOk="0" h="694" w="3498">
                    <a:moveTo>
                      <a:pt x="32" y="1"/>
                    </a:moveTo>
                    <a:cubicBezTo>
                      <a:pt x="1" y="379"/>
                      <a:pt x="284" y="694"/>
                      <a:pt x="694" y="694"/>
                    </a:cubicBezTo>
                    <a:lnTo>
                      <a:pt x="2773" y="694"/>
                    </a:lnTo>
                    <a:cubicBezTo>
                      <a:pt x="3183" y="694"/>
                      <a:pt x="3498" y="379"/>
                      <a:pt x="34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5" name="Google Shape;575;p28"/>
          <p:cNvGrpSpPr/>
          <p:nvPr/>
        </p:nvGrpSpPr>
        <p:grpSpPr>
          <a:xfrm>
            <a:off x="833400" y="3380456"/>
            <a:ext cx="751800" cy="751800"/>
            <a:chOff x="5120475" y="179600"/>
            <a:chExt cx="751800" cy="751800"/>
          </a:xfrm>
        </p:grpSpPr>
        <p:sp>
          <p:nvSpPr>
            <p:cNvPr id="576" name="Google Shape;576;p28"/>
            <p:cNvSpPr/>
            <p:nvPr/>
          </p:nvSpPr>
          <p:spPr>
            <a:xfrm>
              <a:off x="5120475" y="179600"/>
              <a:ext cx="751800" cy="7518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577" name="Google Shape;577;p28"/>
            <p:cNvGrpSpPr/>
            <p:nvPr/>
          </p:nvGrpSpPr>
          <p:grpSpPr>
            <a:xfrm>
              <a:off x="5318539" y="401126"/>
              <a:ext cx="355663" cy="308725"/>
              <a:chOff x="-28462125" y="3199700"/>
              <a:chExt cx="298550" cy="259150"/>
            </a:xfrm>
          </p:grpSpPr>
          <p:sp>
            <p:nvSpPr>
              <p:cNvPr id="578" name="Google Shape;578;p28"/>
              <p:cNvSpPr/>
              <p:nvPr/>
            </p:nvSpPr>
            <p:spPr>
              <a:xfrm>
                <a:off x="-28459750" y="3284775"/>
                <a:ext cx="296175" cy="104775"/>
              </a:xfrm>
              <a:custGeom>
                <a:rect b="b" l="l" r="r" t="t"/>
                <a:pathLst>
                  <a:path extrusionOk="0" h="4191" w="11847">
                    <a:moveTo>
                      <a:pt x="5230" y="0"/>
                    </a:moveTo>
                    <a:cubicBezTo>
                      <a:pt x="5073" y="0"/>
                      <a:pt x="4947" y="63"/>
                      <a:pt x="4915" y="189"/>
                    </a:cubicBezTo>
                    <a:lnTo>
                      <a:pt x="4096" y="2080"/>
                    </a:lnTo>
                    <a:lnTo>
                      <a:pt x="347" y="2080"/>
                    </a:lnTo>
                    <a:cubicBezTo>
                      <a:pt x="158" y="2080"/>
                      <a:pt x="0" y="2237"/>
                      <a:pt x="0" y="2426"/>
                    </a:cubicBezTo>
                    <a:cubicBezTo>
                      <a:pt x="0" y="2615"/>
                      <a:pt x="158" y="2773"/>
                      <a:pt x="347" y="2773"/>
                    </a:cubicBezTo>
                    <a:lnTo>
                      <a:pt x="4316" y="2773"/>
                    </a:lnTo>
                    <a:cubicBezTo>
                      <a:pt x="4411" y="2773"/>
                      <a:pt x="4505" y="2710"/>
                      <a:pt x="4600" y="2584"/>
                    </a:cubicBezTo>
                    <a:lnTo>
                      <a:pt x="5199" y="1292"/>
                    </a:lnTo>
                    <a:lnTo>
                      <a:pt x="6238" y="3970"/>
                    </a:lnTo>
                    <a:cubicBezTo>
                      <a:pt x="6301" y="4096"/>
                      <a:pt x="6396" y="4159"/>
                      <a:pt x="6522" y="4191"/>
                    </a:cubicBezTo>
                    <a:lnTo>
                      <a:pt x="6553" y="4191"/>
                    </a:lnTo>
                    <a:cubicBezTo>
                      <a:pt x="6679" y="4191"/>
                      <a:pt x="6805" y="4127"/>
                      <a:pt x="6868" y="4033"/>
                    </a:cubicBezTo>
                    <a:lnTo>
                      <a:pt x="7624" y="2836"/>
                    </a:lnTo>
                    <a:lnTo>
                      <a:pt x="11500" y="2836"/>
                    </a:lnTo>
                    <a:cubicBezTo>
                      <a:pt x="11689" y="2836"/>
                      <a:pt x="11846" y="2678"/>
                      <a:pt x="11846" y="2458"/>
                    </a:cubicBezTo>
                    <a:cubicBezTo>
                      <a:pt x="11846" y="2269"/>
                      <a:pt x="11689" y="2111"/>
                      <a:pt x="11500" y="2111"/>
                    </a:cubicBezTo>
                    <a:lnTo>
                      <a:pt x="7435" y="2111"/>
                    </a:lnTo>
                    <a:cubicBezTo>
                      <a:pt x="7309" y="2111"/>
                      <a:pt x="7183" y="2206"/>
                      <a:pt x="7120" y="2269"/>
                    </a:cubicBezTo>
                    <a:lnTo>
                      <a:pt x="6648" y="3056"/>
                    </a:lnTo>
                    <a:lnTo>
                      <a:pt x="5545" y="221"/>
                    </a:lnTo>
                    <a:cubicBezTo>
                      <a:pt x="5514" y="95"/>
                      <a:pt x="5388" y="0"/>
                      <a:pt x="5230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>
                <a:off x="-28462125" y="3199700"/>
                <a:ext cx="295400" cy="125275"/>
              </a:xfrm>
              <a:custGeom>
                <a:rect b="b" l="l" r="r" t="t"/>
                <a:pathLst>
                  <a:path extrusionOk="0" h="5011" w="11816">
                    <a:moveTo>
                      <a:pt x="3151" y="1"/>
                    </a:moveTo>
                    <a:cubicBezTo>
                      <a:pt x="1387" y="1"/>
                      <a:pt x="1" y="1419"/>
                      <a:pt x="1" y="3277"/>
                    </a:cubicBezTo>
                    <a:cubicBezTo>
                      <a:pt x="1" y="3876"/>
                      <a:pt x="158" y="4349"/>
                      <a:pt x="442" y="4821"/>
                    </a:cubicBezTo>
                    <a:lnTo>
                      <a:pt x="3655" y="4821"/>
                    </a:lnTo>
                    <a:lnTo>
                      <a:pt x="4285" y="3340"/>
                    </a:lnTo>
                    <a:cubicBezTo>
                      <a:pt x="4443" y="2994"/>
                      <a:pt x="4821" y="2773"/>
                      <a:pt x="5199" y="2710"/>
                    </a:cubicBezTo>
                    <a:cubicBezTo>
                      <a:pt x="5672" y="2710"/>
                      <a:pt x="6018" y="2994"/>
                      <a:pt x="6176" y="3403"/>
                    </a:cubicBezTo>
                    <a:lnTo>
                      <a:pt x="6806" y="5010"/>
                    </a:lnTo>
                    <a:cubicBezTo>
                      <a:pt x="6963" y="4884"/>
                      <a:pt x="7215" y="4821"/>
                      <a:pt x="7404" y="4821"/>
                    </a:cubicBezTo>
                    <a:lnTo>
                      <a:pt x="11374" y="4821"/>
                    </a:lnTo>
                    <a:cubicBezTo>
                      <a:pt x="11626" y="4349"/>
                      <a:pt x="11815" y="3813"/>
                      <a:pt x="11815" y="3277"/>
                    </a:cubicBezTo>
                    <a:cubicBezTo>
                      <a:pt x="11815" y="1419"/>
                      <a:pt x="10429" y="1"/>
                      <a:pt x="8665" y="1"/>
                    </a:cubicBezTo>
                    <a:cubicBezTo>
                      <a:pt x="7247" y="1"/>
                      <a:pt x="6396" y="977"/>
                      <a:pt x="5924" y="1860"/>
                    </a:cubicBezTo>
                    <a:cubicBezTo>
                      <a:pt x="5451" y="977"/>
                      <a:pt x="4537" y="1"/>
                      <a:pt x="3151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8"/>
              <p:cNvSpPr/>
              <p:nvPr/>
            </p:nvSpPr>
            <p:spPr>
              <a:xfrm>
                <a:off x="-28405400" y="3360375"/>
                <a:ext cx="186675" cy="98475"/>
              </a:xfrm>
              <a:custGeom>
                <a:rect b="b" l="l" r="r" t="t"/>
                <a:pathLst>
                  <a:path extrusionOk="0" h="3939" w="7467">
                    <a:moveTo>
                      <a:pt x="2962" y="1"/>
                    </a:moveTo>
                    <a:cubicBezTo>
                      <a:pt x="2773" y="284"/>
                      <a:pt x="2458" y="442"/>
                      <a:pt x="2111" y="442"/>
                    </a:cubicBezTo>
                    <a:lnTo>
                      <a:pt x="0" y="442"/>
                    </a:lnTo>
                    <a:cubicBezTo>
                      <a:pt x="158" y="599"/>
                      <a:pt x="347" y="757"/>
                      <a:pt x="536" y="914"/>
                    </a:cubicBezTo>
                    <a:cubicBezTo>
                      <a:pt x="1449" y="1734"/>
                      <a:pt x="2426" y="2647"/>
                      <a:pt x="3434" y="3813"/>
                    </a:cubicBezTo>
                    <a:cubicBezTo>
                      <a:pt x="3529" y="3907"/>
                      <a:pt x="3592" y="3939"/>
                      <a:pt x="3718" y="3939"/>
                    </a:cubicBezTo>
                    <a:cubicBezTo>
                      <a:pt x="3844" y="3939"/>
                      <a:pt x="3907" y="3907"/>
                      <a:pt x="4001" y="3813"/>
                    </a:cubicBezTo>
                    <a:cubicBezTo>
                      <a:pt x="4978" y="2584"/>
                      <a:pt x="6018" y="1734"/>
                      <a:pt x="6900" y="914"/>
                    </a:cubicBezTo>
                    <a:cubicBezTo>
                      <a:pt x="7120" y="757"/>
                      <a:pt x="7278" y="599"/>
                      <a:pt x="7467" y="442"/>
                    </a:cubicBezTo>
                    <a:lnTo>
                      <a:pt x="5860" y="442"/>
                    </a:lnTo>
                    <a:lnTo>
                      <a:pt x="5293" y="1324"/>
                    </a:lnTo>
                    <a:cubicBezTo>
                      <a:pt x="5104" y="1639"/>
                      <a:pt x="4789" y="1860"/>
                      <a:pt x="4379" y="1860"/>
                    </a:cubicBezTo>
                    <a:lnTo>
                      <a:pt x="4316" y="1860"/>
                    </a:lnTo>
                    <a:cubicBezTo>
                      <a:pt x="3907" y="1797"/>
                      <a:pt x="3592" y="1576"/>
                      <a:pt x="3434" y="1167"/>
                    </a:cubicBezTo>
                    <a:lnTo>
                      <a:pt x="2962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1" name="Google Shape;581;p28"/>
          <p:cNvGrpSpPr/>
          <p:nvPr/>
        </p:nvGrpSpPr>
        <p:grpSpPr>
          <a:xfrm>
            <a:off x="7155888" y="4024075"/>
            <a:ext cx="751800" cy="751800"/>
            <a:chOff x="7155888" y="4024075"/>
            <a:chExt cx="751800" cy="751800"/>
          </a:xfrm>
        </p:grpSpPr>
        <p:sp>
          <p:nvSpPr>
            <p:cNvPr id="582" name="Google Shape;582;p28"/>
            <p:cNvSpPr/>
            <p:nvPr/>
          </p:nvSpPr>
          <p:spPr>
            <a:xfrm>
              <a:off x="7155888" y="4024075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583" name="Google Shape;583;p28"/>
            <p:cNvGrpSpPr/>
            <p:nvPr/>
          </p:nvGrpSpPr>
          <p:grpSpPr>
            <a:xfrm>
              <a:off x="7354976" y="4223165"/>
              <a:ext cx="353645" cy="353615"/>
              <a:chOff x="-35481425" y="3919600"/>
              <a:chExt cx="291450" cy="291425"/>
            </a:xfrm>
          </p:grpSpPr>
          <p:sp>
            <p:nvSpPr>
              <p:cNvPr id="584" name="Google Shape;584;p28"/>
              <p:cNvSpPr/>
              <p:nvPr/>
            </p:nvSpPr>
            <p:spPr>
              <a:xfrm>
                <a:off x="-35327050" y="4125150"/>
                <a:ext cx="84300" cy="85100"/>
              </a:xfrm>
              <a:custGeom>
                <a:rect b="b" l="l" r="r" t="t"/>
                <a:pathLst>
                  <a:path extrusionOk="0" h="3404" w="3372">
                    <a:moveTo>
                      <a:pt x="3025" y="1"/>
                    </a:moveTo>
                    <a:cubicBezTo>
                      <a:pt x="2836" y="1"/>
                      <a:pt x="2678" y="159"/>
                      <a:pt x="2678" y="348"/>
                    </a:cubicBezTo>
                    <a:lnTo>
                      <a:pt x="2678" y="1041"/>
                    </a:lnTo>
                    <a:cubicBezTo>
                      <a:pt x="2678" y="1576"/>
                      <a:pt x="2206" y="2049"/>
                      <a:pt x="1639" y="2049"/>
                    </a:cubicBezTo>
                    <a:lnTo>
                      <a:pt x="1103" y="2049"/>
                    </a:lnTo>
                    <a:lnTo>
                      <a:pt x="1229" y="1923"/>
                    </a:lnTo>
                    <a:cubicBezTo>
                      <a:pt x="1387" y="1860"/>
                      <a:pt x="1387" y="1608"/>
                      <a:pt x="1261" y="1513"/>
                    </a:cubicBezTo>
                    <a:cubicBezTo>
                      <a:pt x="1198" y="1450"/>
                      <a:pt x="1111" y="1419"/>
                      <a:pt x="1024" y="1419"/>
                    </a:cubicBezTo>
                    <a:cubicBezTo>
                      <a:pt x="938" y="1419"/>
                      <a:pt x="851" y="1450"/>
                      <a:pt x="788" y="1513"/>
                    </a:cubicBezTo>
                    <a:lnTo>
                      <a:pt x="127" y="2175"/>
                    </a:lnTo>
                    <a:cubicBezTo>
                      <a:pt x="1" y="2301"/>
                      <a:pt x="1" y="2521"/>
                      <a:pt x="127" y="2647"/>
                    </a:cubicBezTo>
                    <a:lnTo>
                      <a:pt x="788" y="3309"/>
                    </a:lnTo>
                    <a:cubicBezTo>
                      <a:pt x="851" y="3372"/>
                      <a:pt x="938" y="3404"/>
                      <a:pt x="1024" y="3404"/>
                    </a:cubicBezTo>
                    <a:cubicBezTo>
                      <a:pt x="1111" y="3404"/>
                      <a:pt x="1198" y="3372"/>
                      <a:pt x="1261" y="3309"/>
                    </a:cubicBezTo>
                    <a:cubicBezTo>
                      <a:pt x="1387" y="3183"/>
                      <a:pt x="1387" y="2962"/>
                      <a:pt x="1261" y="2836"/>
                    </a:cubicBezTo>
                    <a:lnTo>
                      <a:pt x="1135" y="2710"/>
                    </a:lnTo>
                    <a:lnTo>
                      <a:pt x="1702" y="2710"/>
                    </a:lnTo>
                    <a:cubicBezTo>
                      <a:pt x="2647" y="2710"/>
                      <a:pt x="3372" y="1986"/>
                      <a:pt x="3372" y="1041"/>
                    </a:cubicBezTo>
                    <a:lnTo>
                      <a:pt x="3372" y="348"/>
                    </a:lnTo>
                    <a:cubicBezTo>
                      <a:pt x="3372" y="159"/>
                      <a:pt x="3214" y="1"/>
                      <a:pt x="30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>
                <a:off x="-35429450" y="3921175"/>
                <a:ext cx="84300" cy="85075"/>
              </a:xfrm>
              <a:custGeom>
                <a:rect b="b" l="l" r="r" t="t"/>
                <a:pathLst>
                  <a:path extrusionOk="0" h="3403" w="3372">
                    <a:moveTo>
                      <a:pt x="2360" y="0"/>
                    </a:moveTo>
                    <a:cubicBezTo>
                      <a:pt x="2269" y="0"/>
                      <a:pt x="2175" y="32"/>
                      <a:pt x="2112" y="95"/>
                    </a:cubicBezTo>
                    <a:cubicBezTo>
                      <a:pt x="2017" y="221"/>
                      <a:pt x="2017" y="441"/>
                      <a:pt x="2112" y="567"/>
                    </a:cubicBezTo>
                    <a:lnTo>
                      <a:pt x="2238" y="693"/>
                    </a:lnTo>
                    <a:lnTo>
                      <a:pt x="1702" y="693"/>
                    </a:lnTo>
                    <a:cubicBezTo>
                      <a:pt x="757" y="693"/>
                      <a:pt x="1" y="1418"/>
                      <a:pt x="1" y="2363"/>
                    </a:cubicBezTo>
                    <a:lnTo>
                      <a:pt x="1" y="3056"/>
                    </a:lnTo>
                    <a:cubicBezTo>
                      <a:pt x="1" y="3245"/>
                      <a:pt x="158" y="3403"/>
                      <a:pt x="347" y="3403"/>
                    </a:cubicBezTo>
                    <a:cubicBezTo>
                      <a:pt x="536" y="3403"/>
                      <a:pt x="694" y="3245"/>
                      <a:pt x="694" y="3056"/>
                    </a:cubicBezTo>
                    <a:lnTo>
                      <a:pt x="694" y="2332"/>
                    </a:lnTo>
                    <a:cubicBezTo>
                      <a:pt x="694" y="1796"/>
                      <a:pt x="1167" y="1292"/>
                      <a:pt x="1734" y="1292"/>
                    </a:cubicBezTo>
                    <a:lnTo>
                      <a:pt x="2269" y="1292"/>
                    </a:lnTo>
                    <a:lnTo>
                      <a:pt x="2175" y="1418"/>
                    </a:lnTo>
                    <a:cubicBezTo>
                      <a:pt x="2017" y="1544"/>
                      <a:pt x="2017" y="1733"/>
                      <a:pt x="2112" y="1891"/>
                    </a:cubicBezTo>
                    <a:cubicBezTo>
                      <a:pt x="2175" y="1954"/>
                      <a:pt x="2269" y="1985"/>
                      <a:pt x="2360" y="1985"/>
                    </a:cubicBezTo>
                    <a:cubicBezTo>
                      <a:pt x="2450" y="1985"/>
                      <a:pt x="2537" y="1954"/>
                      <a:pt x="2584" y="1891"/>
                    </a:cubicBezTo>
                    <a:lnTo>
                      <a:pt x="3277" y="1229"/>
                    </a:lnTo>
                    <a:cubicBezTo>
                      <a:pt x="3372" y="1103"/>
                      <a:pt x="3372" y="882"/>
                      <a:pt x="3277" y="756"/>
                    </a:cubicBezTo>
                    <a:lnTo>
                      <a:pt x="2584" y="95"/>
                    </a:lnTo>
                    <a:cubicBezTo>
                      <a:pt x="2537" y="32"/>
                      <a:pt x="2450" y="0"/>
                      <a:pt x="23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-35481425" y="4021975"/>
                <a:ext cx="137075" cy="35475"/>
              </a:xfrm>
              <a:custGeom>
                <a:rect b="b" l="l" r="r" t="t"/>
                <a:pathLst>
                  <a:path extrusionOk="0" h="1419" w="5483">
                    <a:moveTo>
                      <a:pt x="1009" y="1"/>
                    </a:moveTo>
                    <a:cubicBezTo>
                      <a:pt x="473" y="1"/>
                      <a:pt x="1" y="473"/>
                      <a:pt x="1" y="1072"/>
                    </a:cubicBezTo>
                    <a:lnTo>
                      <a:pt x="1" y="1419"/>
                    </a:lnTo>
                    <a:lnTo>
                      <a:pt x="5482" y="1419"/>
                    </a:lnTo>
                    <a:lnTo>
                      <a:pt x="5482" y="1072"/>
                    </a:lnTo>
                    <a:lnTo>
                      <a:pt x="5451" y="1072"/>
                    </a:lnTo>
                    <a:cubicBezTo>
                      <a:pt x="5451" y="505"/>
                      <a:pt x="5010" y="1"/>
                      <a:pt x="44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>
                <a:off x="-35481425" y="4073975"/>
                <a:ext cx="136275" cy="85875"/>
              </a:xfrm>
              <a:custGeom>
                <a:rect b="b" l="l" r="r" t="t"/>
                <a:pathLst>
                  <a:path extrusionOk="0" h="3435" w="5451">
                    <a:moveTo>
                      <a:pt x="1" y="0"/>
                    </a:moveTo>
                    <a:lnTo>
                      <a:pt x="1" y="3434"/>
                    </a:lnTo>
                    <a:lnTo>
                      <a:pt x="5451" y="3434"/>
                    </a:lnTo>
                    <a:lnTo>
                      <a:pt x="545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-35481425" y="4176350"/>
                <a:ext cx="136275" cy="34675"/>
              </a:xfrm>
              <a:custGeom>
                <a:rect b="b" l="l" r="r" t="t"/>
                <a:pathLst>
                  <a:path extrusionOk="0" h="1387" w="5451">
                    <a:moveTo>
                      <a:pt x="1" y="1"/>
                    </a:moveTo>
                    <a:lnTo>
                      <a:pt x="1" y="347"/>
                    </a:lnTo>
                    <a:cubicBezTo>
                      <a:pt x="1" y="946"/>
                      <a:pt x="410" y="1387"/>
                      <a:pt x="1009" y="1387"/>
                    </a:cubicBezTo>
                    <a:lnTo>
                      <a:pt x="4443" y="1387"/>
                    </a:lnTo>
                    <a:cubicBezTo>
                      <a:pt x="4978" y="1387"/>
                      <a:pt x="5451" y="914"/>
                      <a:pt x="5451" y="347"/>
                    </a:cubicBezTo>
                    <a:lnTo>
                      <a:pt x="5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8"/>
              <p:cNvSpPr/>
              <p:nvPr/>
            </p:nvSpPr>
            <p:spPr>
              <a:xfrm>
                <a:off x="-35327050" y="3919600"/>
                <a:ext cx="137075" cy="33875"/>
              </a:xfrm>
              <a:custGeom>
                <a:rect b="b" l="l" r="r" t="t"/>
                <a:pathLst>
                  <a:path extrusionOk="0" h="1355" w="5483"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1355"/>
                    </a:lnTo>
                    <a:lnTo>
                      <a:pt x="5482" y="1355"/>
                    </a:lnTo>
                    <a:lnTo>
                      <a:pt x="5482" y="1008"/>
                    </a:lnTo>
                    <a:cubicBezTo>
                      <a:pt x="5482" y="473"/>
                      <a:pt x="5010" y="0"/>
                      <a:pt x="44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8"/>
              <p:cNvSpPr/>
              <p:nvPr/>
            </p:nvSpPr>
            <p:spPr>
              <a:xfrm>
                <a:off x="-35327825" y="3970800"/>
                <a:ext cx="136275" cy="85875"/>
              </a:xfrm>
              <a:custGeom>
                <a:rect b="b" l="l" r="r" t="t"/>
                <a:pathLst>
                  <a:path extrusionOk="0" h="3435" w="5451">
                    <a:moveTo>
                      <a:pt x="0" y="0"/>
                    </a:moveTo>
                    <a:lnTo>
                      <a:pt x="0" y="3434"/>
                    </a:lnTo>
                    <a:lnTo>
                      <a:pt x="5450" y="3434"/>
                    </a:lnTo>
                    <a:lnTo>
                      <a:pt x="5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>
                <a:off x="-35327825" y="4073975"/>
                <a:ext cx="136275" cy="35450"/>
              </a:xfrm>
              <a:custGeom>
                <a:rect b="b" l="l" r="r" t="t"/>
                <a:pathLst>
                  <a:path extrusionOk="0" h="1418" w="5451">
                    <a:moveTo>
                      <a:pt x="0" y="0"/>
                    </a:moveTo>
                    <a:lnTo>
                      <a:pt x="0" y="347"/>
                    </a:lnTo>
                    <a:cubicBezTo>
                      <a:pt x="0" y="914"/>
                      <a:pt x="473" y="1418"/>
                      <a:pt x="1008" y="1418"/>
                    </a:cubicBezTo>
                    <a:lnTo>
                      <a:pt x="4442" y="1418"/>
                    </a:lnTo>
                    <a:cubicBezTo>
                      <a:pt x="4978" y="1418"/>
                      <a:pt x="5450" y="945"/>
                      <a:pt x="5450" y="347"/>
                    </a:cubicBezTo>
                    <a:lnTo>
                      <a:pt x="54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2" name="Google Shape;59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3_1_2_2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"/>
          <p:cNvSpPr txBox="1"/>
          <p:nvPr>
            <p:ph idx="1" type="subTitle"/>
          </p:nvPr>
        </p:nvSpPr>
        <p:spPr>
          <a:xfrm>
            <a:off x="4059038" y="1323488"/>
            <a:ext cx="39447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95" name="Google Shape;595;p29"/>
          <p:cNvSpPr txBox="1"/>
          <p:nvPr>
            <p:ph idx="2" type="subTitle"/>
          </p:nvPr>
        </p:nvSpPr>
        <p:spPr>
          <a:xfrm>
            <a:off x="4059038" y="1629401"/>
            <a:ext cx="3944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6" name="Google Shape;596;p29"/>
          <p:cNvSpPr txBox="1"/>
          <p:nvPr>
            <p:ph idx="3" type="subTitle"/>
          </p:nvPr>
        </p:nvSpPr>
        <p:spPr>
          <a:xfrm>
            <a:off x="4059038" y="2402547"/>
            <a:ext cx="39447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97" name="Google Shape;597;p29"/>
          <p:cNvSpPr txBox="1"/>
          <p:nvPr>
            <p:ph idx="4" type="subTitle"/>
          </p:nvPr>
        </p:nvSpPr>
        <p:spPr>
          <a:xfrm>
            <a:off x="4059038" y="2708500"/>
            <a:ext cx="3944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8" name="Google Shape;598;p29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Abhaya Libr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  <a:sym typeface="Abhaya Libre"/>
              </a:defRPr>
            </a:lvl9pPr>
          </a:lstStyle>
          <a:p/>
        </p:txBody>
      </p:sp>
      <p:sp>
        <p:nvSpPr>
          <p:cNvPr id="599" name="Google Shape;599;p29"/>
          <p:cNvSpPr txBox="1"/>
          <p:nvPr>
            <p:ph idx="5" type="subTitle"/>
          </p:nvPr>
        </p:nvSpPr>
        <p:spPr>
          <a:xfrm>
            <a:off x="4059038" y="3481660"/>
            <a:ext cx="39447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600" name="Google Shape;600;p29"/>
          <p:cNvSpPr txBox="1"/>
          <p:nvPr>
            <p:ph idx="6" type="subTitle"/>
          </p:nvPr>
        </p:nvSpPr>
        <p:spPr>
          <a:xfrm>
            <a:off x="4059038" y="3787613"/>
            <a:ext cx="39447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01" name="Google Shape;601;p29"/>
          <p:cNvSpPr/>
          <p:nvPr>
            <p:ph idx="7" type="pic"/>
          </p:nvPr>
        </p:nvSpPr>
        <p:spPr>
          <a:xfrm>
            <a:off x="1140263" y="1515000"/>
            <a:ext cx="2644200" cy="26235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602" name="Google Shape;602;p29"/>
          <p:cNvGrpSpPr/>
          <p:nvPr/>
        </p:nvGrpSpPr>
        <p:grpSpPr>
          <a:xfrm>
            <a:off x="-806757" y="3155415"/>
            <a:ext cx="3039970" cy="3039970"/>
            <a:chOff x="4008240" y="1896120"/>
            <a:chExt cx="1703160" cy="1703160"/>
          </a:xfrm>
        </p:grpSpPr>
        <p:sp>
          <p:nvSpPr>
            <p:cNvPr id="603" name="Google Shape;603;p29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29"/>
          <p:cNvSpPr/>
          <p:nvPr/>
        </p:nvSpPr>
        <p:spPr>
          <a:xfrm>
            <a:off x="-806740" y="-82256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-896762" y="24830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8199999" y="-648122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"/>
          <p:cNvSpPr txBox="1"/>
          <p:nvPr>
            <p:ph type="title"/>
          </p:nvPr>
        </p:nvSpPr>
        <p:spPr>
          <a:xfrm>
            <a:off x="2749025" y="1306350"/>
            <a:ext cx="37899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7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21" name="Google Shape;621;p30"/>
          <p:cNvSpPr txBox="1"/>
          <p:nvPr>
            <p:ph idx="1" type="body"/>
          </p:nvPr>
        </p:nvSpPr>
        <p:spPr>
          <a:xfrm>
            <a:off x="2749025" y="2635275"/>
            <a:ext cx="3789900" cy="99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22" name="Google Shape;622;p30"/>
          <p:cNvSpPr/>
          <p:nvPr/>
        </p:nvSpPr>
        <p:spPr>
          <a:xfrm>
            <a:off x="6474999" y="3437903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30"/>
          <p:cNvGrpSpPr/>
          <p:nvPr/>
        </p:nvGrpSpPr>
        <p:grpSpPr>
          <a:xfrm>
            <a:off x="7312345" y="-1433058"/>
            <a:ext cx="3059727" cy="3059727"/>
            <a:chOff x="4008240" y="1896120"/>
            <a:chExt cx="1703160" cy="1703160"/>
          </a:xfrm>
        </p:grpSpPr>
        <p:sp>
          <p:nvSpPr>
            <p:cNvPr id="624" name="Google Shape;624;p30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0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0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0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0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0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0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0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0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0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0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p30"/>
          <p:cNvSpPr/>
          <p:nvPr/>
        </p:nvSpPr>
        <p:spPr>
          <a:xfrm>
            <a:off x="7838235" y="32034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-772803" y="2777128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1385" y="400958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9" name="Google Shape;639;p30"/>
          <p:cNvGrpSpPr/>
          <p:nvPr/>
        </p:nvGrpSpPr>
        <p:grpSpPr>
          <a:xfrm>
            <a:off x="324225" y="457950"/>
            <a:ext cx="958167" cy="239549"/>
            <a:chOff x="7380000" y="1200450"/>
            <a:chExt cx="958167" cy="239549"/>
          </a:xfrm>
        </p:grpSpPr>
        <p:sp>
          <p:nvSpPr>
            <p:cNvPr id="640" name="Google Shape;640;p30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0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0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0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0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Google Shape;646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1"/>
          <p:cNvSpPr/>
          <p:nvPr>
            <p:ph idx="2" type="pic"/>
          </p:nvPr>
        </p:nvSpPr>
        <p:spPr>
          <a:xfrm>
            <a:off x="4955625" y="964936"/>
            <a:ext cx="1723800" cy="3182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31"/>
          <p:cNvSpPr txBox="1"/>
          <p:nvPr>
            <p:ph idx="1" type="subTitle"/>
          </p:nvPr>
        </p:nvSpPr>
        <p:spPr>
          <a:xfrm>
            <a:off x="984473" y="2225933"/>
            <a:ext cx="35610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50" name="Google Shape;650;p31"/>
          <p:cNvSpPr txBox="1"/>
          <p:nvPr>
            <p:ph type="title"/>
          </p:nvPr>
        </p:nvSpPr>
        <p:spPr>
          <a:xfrm>
            <a:off x="984486" y="1564188"/>
            <a:ext cx="3561000" cy="5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51" name="Google Shape;651;p31"/>
          <p:cNvGrpSpPr/>
          <p:nvPr/>
        </p:nvGrpSpPr>
        <p:grpSpPr>
          <a:xfrm>
            <a:off x="1405200" y="263075"/>
            <a:ext cx="958167" cy="239549"/>
            <a:chOff x="7380000" y="1200450"/>
            <a:chExt cx="958167" cy="239549"/>
          </a:xfrm>
        </p:grpSpPr>
        <p:sp>
          <p:nvSpPr>
            <p:cNvPr id="652" name="Google Shape;652;p31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8" name="Google Shape;658;p31"/>
          <p:cNvSpPr/>
          <p:nvPr/>
        </p:nvSpPr>
        <p:spPr>
          <a:xfrm>
            <a:off x="-898103" y="-319222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-898090" y="112443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1"/>
          <p:cNvSpPr/>
          <p:nvPr/>
        </p:nvSpPr>
        <p:spPr>
          <a:xfrm rot="1714270">
            <a:off x="8333246" y="1819364"/>
            <a:ext cx="1815073" cy="1815073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1" name="Google Shape;661;p31"/>
          <p:cNvGrpSpPr/>
          <p:nvPr/>
        </p:nvGrpSpPr>
        <p:grpSpPr>
          <a:xfrm>
            <a:off x="653400" y="4040456"/>
            <a:ext cx="751800" cy="751800"/>
            <a:chOff x="5120475" y="179600"/>
            <a:chExt cx="751800" cy="751800"/>
          </a:xfrm>
        </p:grpSpPr>
        <p:sp>
          <p:nvSpPr>
            <p:cNvPr id="662" name="Google Shape;662;p31"/>
            <p:cNvSpPr/>
            <p:nvPr/>
          </p:nvSpPr>
          <p:spPr>
            <a:xfrm>
              <a:off x="5120475" y="179600"/>
              <a:ext cx="751800" cy="7518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663" name="Google Shape;663;p31"/>
            <p:cNvGrpSpPr/>
            <p:nvPr/>
          </p:nvGrpSpPr>
          <p:grpSpPr>
            <a:xfrm>
              <a:off x="5318539" y="401126"/>
              <a:ext cx="355663" cy="308725"/>
              <a:chOff x="-28462125" y="3199700"/>
              <a:chExt cx="298550" cy="259150"/>
            </a:xfrm>
          </p:grpSpPr>
          <p:sp>
            <p:nvSpPr>
              <p:cNvPr id="664" name="Google Shape;664;p31"/>
              <p:cNvSpPr/>
              <p:nvPr/>
            </p:nvSpPr>
            <p:spPr>
              <a:xfrm>
                <a:off x="-28459750" y="3284775"/>
                <a:ext cx="296175" cy="104775"/>
              </a:xfrm>
              <a:custGeom>
                <a:rect b="b" l="l" r="r" t="t"/>
                <a:pathLst>
                  <a:path extrusionOk="0" h="4191" w="11847">
                    <a:moveTo>
                      <a:pt x="5230" y="0"/>
                    </a:moveTo>
                    <a:cubicBezTo>
                      <a:pt x="5073" y="0"/>
                      <a:pt x="4947" y="63"/>
                      <a:pt x="4915" y="189"/>
                    </a:cubicBezTo>
                    <a:lnTo>
                      <a:pt x="4096" y="2080"/>
                    </a:lnTo>
                    <a:lnTo>
                      <a:pt x="347" y="2080"/>
                    </a:lnTo>
                    <a:cubicBezTo>
                      <a:pt x="158" y="2080"/>
                      <a:pt x="0" y="2237"/>
                      <a:pt x="0" y="2426"/>
                    </a:cubicBezTo>
                    <a:cubicBezTo>
                      <a:pt x="0" y="2615"/>
                      <a:pt x="158" y="2773"/>
                      <a:pt x="347" y="2773"/>
                    </a:cubicBezTo>
                    <a:lnTo>
                      <a:pt x="4316" y="2773"/>
                    </a:lnTo>
                    <a:cubicBezTo>
                      <a:pt x="4411" y="2773"/>
                      <a:pt x="4505" y="2710"/>
                      <a:pt x="4600" y="2584"/>
                    </a:cubicBezTo>
                    <a:lnTo>
                      <a:pt x="5199" y="1292"/>
                    </a:lnTo>
                    <a:lnTo>
                      <a:pt x="6238" y="3970"/>
                    </a:lnTo>
                    <a:cubicBezTo>
                      <a:pt x="6301" y="4096"/>
                      <a:pt x="6396" y="4159"/>
                      <a:pt x="6522" y="4191"/>
                    </a:cubicBezTo>
                    <a:lnTo>
                      <a:pt x="6553" y="4191"/>
                    </a:lnTo>
                    <a:cubicBezTo>
                      <a:pt x="6679" y="4191"/>
                      <a:pt x="6805" y="4127"/>
                      <a:pt x="6868" y="4033"/>
                    </a:cubicBezTo>
                    <a:lnTo>
                      <a:pt x="7624" y="2836"/>
                    </a:lnTo>
                    <a:lnTo>
                      <a:pt x="11500" y="2836"/>
                    </a:lnTo>
                    <a:cubicBezTo>
                      <a:pt x="11689" y="2836"/>
                      <a:pt x="11846" y="2678"/>
                      <a:pt x="11846" y="2458"/>
                    </a:cubicBezTo>
                    <a:cubicBezTo>
                      <a:pt x="11846" y="2269"/>
                      <a:pt x="11689" y="2111"/>
                      <a:pt x="11500" y="2111"/>
                    </a:cubicBezTo>
                    <a:lnTo>
                      <a:pt x="7435" y="2111"/>
                    </a:lnTo>
                    <a:cubicBezTo>
                      <a:pt x="7309" y="2111"/>
                      <a:pt x="7183" y="2206"/>
                      <a:pt x="7120" y="2269"/>
                    </a:cubicBezTo>
                    <a:lnTo>
                      <a:pt x="6648" y="3056"/>
                    </a:lnTo>
                    <a:lnTo>
                      <a:pt x="5545" y="221"/>
                    </a:lnTo>
                    <a:cubicBezTo>
                      <a:pt x="5514" y="95"/>
                      <a:pt x="5388" y="0"/>
                      <a:pt x="5230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1"/>
              <p:cNvSpPr/>
              <p:nvPr/>
            </p:nvSpPr>
            <p:spPr>
              <a:xfrm>
                <a:off x="-28462125" y="3199700"/>
                <a:ext cx="295400" cy="125275"/>
              </a:xfrm>
              <a:custGeom>
                <a:rect b="b" l="l" r="r" t="t"/>
                <a:pathLst>
                  <a:path extrusionOk="0" h="5011" w="11816">
                    <a:moveTo>
                      <a:pt x="3151" y="1"/>
                    </a:moveTo>
                    <a:cubicBezTo>
                      <a:pt x="1387" y="1"/>
                      <a:pt x="1" y="1419"/>
                      <a:pt x="1" y="3277"/>
                    </a:cubicBezTo>
                    <a:cubicBezTo>
                      <a:pt x="1" y="3876"/>
                      <a:pt x="158" y="4349"/>
                      <a:pt x="442" y="4821"/>
                    </a:cubicBezTo>
                    <a:lnTo>
                      <a:pt x="3655" y="4821"/>
                    </a:lnTo>
                    <a:lnTo>
                      <a:pt x="4285" y="3340"/>
                    </a:lnTo>
                    <a:cubicBezTo>
                      <a:pt x="4443" y="2994"/>
                      <a:pt x="4821" y="2773"/>
                      <a:pt x="5199" y="2710"/>
                    </a:cubicBezTo>
                    <a:cubicBezTo>
                      <a:pt x="5672" y="2710"/>
                      <a:pt x="6018" y="2994"/>
                      <a:pt x="6176" y="3403"/>
                    </a:cubicBezTo>
                    <a:lnTo>
                      <a:pt x="6806" y="5010"/>
                    </a:lnTo>
                    <a:cubicBezTo>
                      <a:pt x="6963" y="4884"/>
                      <a:pt x="7215" y="4821"/>
                      <a:pt x="7404" y="4821"/>
                    </a:cubicBezTo>
                    <a:lnTo>
                      <a:pt x="11374" y="4821"/>
                    </a:lnTo>
                    <a:cubicBezTo>
                      <a:pt x="11626" y="4349"/>
                      <a:pt x="11815" y="3813"/>
                      <a:pt x="11815" y="3277"/>
                    </a:cubicBezTo>
                    <a:cubicBezTo>
                      <a:pt x="11815" y="1419"/>
                      <a:pt x="10429" y="1"/>
                      <a:pt x="8665" y="1"/>
                    </a:cubicBezTo>
                    <a:cubicBezTo>
                      <a:pt x="7247" y="1"/>
                      <a:pt x="6396" y="977"/>
                      <a:pt x="5924" y="1860"/>
                    </a:cubicBezTo>
                    <a:cubicBezTo>
                      <a:pt x="5451" y="977"/>
                      <a:pt x="4537" y="1"/>
                      <a:pt x="3151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1"/>
              <p:cNvSpPr/>
              <p:nvPr/>
            </p:nvSpPr>
            <p:spPr>
              <a:xfrm>
                <a:off x="-28405400" y="3360375"/>
                <a:ext cx="186675" cy="98475"/>
              </a:xfrm>
              <a:custGeom>
                <a:rect b="b" l="l" r="r" t="t"/>
                <a:pathLst>
                  <a:path extrusionOk="0" h="3939" w="7467">
                    <a:moveTo>
                      <a:pt x="2962" y="1"/>
                    </a:moveTo>
                    <a:cubicBezTo>
                      <a:pt x="2773" y="284"/>
                      <a:pt x="2458" y="442"/>
                      <a:pt x="2111" y="442"/>
                    </a:cubicBezTo>
                    <a:lnTo>
                      <a:pt x="0" y="442"/>
                    </a:lnTo>
                    <a:cubicBezTo>
                      <a:pt x="158" y="599"/>
                      <a:pt x="347" y="757"/>
                      <a:pt x="536" y="914"/>
                    </a:cubicBezTo>
                    <a:cubicBezTo>
                      <a:pt x="1449" y="1734"/>
                      <a:pt x="2426" y="2647"/>
                      <a:pt x="3434" y="3813"/>
                    </a:cubicBezTo>
                    <a:cubicBezTo>
                      <a:pt x="3529" y="3907"/>
                      <a:pt x="3592" y="3939"/>
                      <a:pt x="3718" y="3939"/>
                    </a:cubicBezTo>
                    <a:cubicBezTo>
                      <a:pt x="3844" y="3939"/>
                      <a:pt x="3907" y="3907"/>
                      <a:pt x="4001" y="3813"/>
                    </a:cubicBezTo>
                    <a:cubicBezTo>
                      <a:pt x="4978" y="2584"/>
                      <a:pt x="6018" y="1734"/>
                      <a:pt x="6900" y="914"/>
                    </a:cubicBezTo>
                    <a:cubicBezTo>
                      <a:pt x="7120" y="757"/>
                      <a:pt x="7278" y="599"/>
                      <a:pt x="7467" y="442"/>
                    </a:cubicBezTo>
                    <a:lnTo>
                      <a:pt x="5860" y="442"/>
                    </a:lnTo>
                    <a:lnTo>
                      <a:pt x="5293" y="1324"/>
                    </a:lnTo>
                    <a:cubicBezTo>
                      <a:pt x="5104" y="1639"/>
                      <a:pt x="4789" y="1860"/>
                      <a:pt x="4379" y="1860"/>
                    </a:cubicBezTo>
                    <a:lnTo>
                      <a:pt x="4316" y="1860"/>
                    </a:lnTo>
                    <a:cubicBezTo>
                      <a:pt x="3907" y="1797"/>
                      <a:pt x="3592" y="1576"/>
                      <a:pt x="3434" y="1167"/>
                    </a:cubicBezTo>
                    <a:lnTo>
                      <a:pt x="2962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7" name="Google Shape;667;p31"/>
          <p:cNvGrpSpPr/>
          <p:nvPr/>
        </p:nvGrpSpPr>
        <p:grpSpPr>
          <a:xfrm>
            <a:off x="7613388" y="263075"/>
            <a:ext cx="751800" cy="751800"/>
            <a:chOff x="1523388" y="338075"/>
            <a:chExt cx="751800" cy="751800"/>
          </a:xfrm>
        </p:grpSpPr>
        <p:sp>
          <p:nvSpPr>
            <p:cNvPr id="668" name="Google Shape;668;p31"/>
            <p:cNvSpPr/>
            <p:nvPr/>
          </p:nvSpPr>
          <p:spPr>
            <a:xfrm>
              <a:off x="1523388" y="338075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669" name="Google Shape;669;p31"/>
            <p:cNvGrpSpPr/>
            <p:nvPr/>
          </p:nvGrpSpPr>
          <p:grpSpPr>
            <a:xfrm>
              <a:off x="1683141" y="594207"/>
              <a:ext cx="432310" cy="239543"/>
              <a:chOff x="903075" y="2730000"/>
              <a:chExt cx="475275" cy="263350"/>
            </a:xfrm>
          </p:grpSpPr>
          <p:sp>
            <p:nvSpPr>
              <p:cNvPr id="670" name="Google Shape;670;p31"/>
              <p:cNvSpPr/>
              <p:nvPr/>
            </p:nvSpPr>
            <p:spPr>
              <a:xfrm>
                <a:off x="986725" y="2807325"/>
                <a:ext cx="308000" cy="108800"/>
              </a:xfrm>
              <a:custGeom>
                <a:rect b="b" l="l" r="r" t="t"/>
                <a:pathLst>
                  <a:path extrusionOk="0" h="4352" w="12320">
                    <a:moveTo>
                      <a:pt x="6161" y="482"/>
                    </a:moveTo>
                    <a:cubicBezTo>
                      <a:pt x="6845" y="482"/>
                      <a:pt x="7462" y="894"/>
                      <a:pt x="7724" y="1527"/>
                    </a:cubicBezTo>
                    <a:cubicBezTo>
                      <a:pt x="7986" y="2159"/>
                      <a:pt x="7838" y="2888"/>
                      <a:pt x="7357" y="3370"/>
                    </a:cubicBezTo>
                    <a:cubicBezTo>
                      <a:pt x="7032" y="3694"/>
                      <a:pt x="6599" y="3866"/>
                      <a:pt x="6158" y="3866"/>
                    </a:cubicBezTo>
                    <a:cubicBezTo>
                      <a:pt x="5940" y="3866"/>
                      <a:pt x="5720" y="3824"/>
                      <a:pt x="5511" y="3737"/>
                    </a:cubicBezTo>
                    <a:cubicBezTo>
                      <a:pt x="4881" y="3475"/>
                      <a:pt x="4469" y="2858"/>
                      <a:pt x="4469" y="2174"/>
                    </a:cubicBezTo>
                    <a:cubicBezTo>
                      <a:pt x="4469" y="1241"/>
                      <a:pt x="5225" y="482"/>
                      <a:pt x="6161" y="482"/>
                    </a:cubicBezTo>
                    <a:close/>
                    <a:moveTo>
                      <a:pt x="1418" y="0"/>
                    </a:moveTo>
                    <a:cubicBezTo>
                      <a:pt x="1220" y="684"/>
                      <a:pt x="684" y="1220"/>
                      <a:pt x="0" y="1415"/>
                    </a:cubicBezTo>
                    <a:lnTo>
                      <a:pt x="0" y="2933"/>
                    </a:lnTo>
                    <a:cubicBezTo>
                      <a:pt x="684" y="3129"/>
                      <a:pt x="1220" y="3665"/>
                      <a:pt x="1418" y="4351"/>
                    </a:cubicBezTo>
                    <a:lnTo>
                      <a:pt x="10904" y="4351"/>
                    </a:lnTo>
                    <a:cubicBezTo>
                      <a:pt x="11100" y="3665"/>
                      <a:pt x="11636" y="3129"/>
                      <a:pt x="12319" y="2933"/>
                    </a:cubicBezTo>
                    <a:lnTo>
                      <a:pt x="12319" y="1415"/>
                    </a:lnTo>
                    <a:cubicBezTo>
                      <a:pt x="11636" y="1220"/>
                      <a:pt x="11100" y="684"/>
                      <a:pt x="109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671" name="Google Shape;671;p31"/>
              <p:cNvSpPr/>
              <p:nvPr/>
            </p:nvSpPr>
            <p:spPr>
              <a:xfrm>
                <a:off x="1126675" y="2847600"/>
                <a:ext cx="28100" cy="28175"/>
              </a:xfrm>
              <a:custGeom>
                <a:rect b="b" l="l" r="r" t="t"/>
                <a:pathLst>
                  <a:path extrusionOk="0" h="1127" w="1124">
                    <a:moveTo>
                      <a:pt x="563" y="0"/>
                    </a:moveTo>
                    <a:cubicBezTo>
                      <a:pt x="250" y="0"/>
                      <a:pt x="0" y="253"/>
                      <a:pt x="0" y="563"/>
                    </a:cubicBezTo>
                    <a:cubicBezTo>
                      <a:pt x="0" y="873"/>
                      <a:pt x="250" y="1126"/>
                      <a:pt x="563" y="1126"/>
                    </a:cubicBezTo>
                    <a:cubicBezTo>
                      <a:pt x="873" y="1126"/>
                      <a:pt x="1123" y="873"/>
                      <a:pt x="1123" y="563"/>
                    </a:cubicBezTo>
                    <a:cubicBezTo>
                      <a:pt x="1123" y="253"/>
                      <a:pt x="873" y="0"/>
                      <a:pt x="5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672" name="Google Shape;672;p31"/>
              <p:cNvSpPr/>
              <p:nvPr/>
            </p:nvSpPr>
            <p:spPr>
              <a:xfrm>
                <a:off x="903075" y="2730000"/>
                <a:ext cx="475275" cy="263350"/>
              </a:xfrm>
              <a:custGeom>
                <a:rect b="b" l="l" r="r" t="t"/>
                <a:pathLst>
                  <a:path extrusionOk="0" h="10534" w="19011">
                    <a:moveTo>
                      <a:pt x="14735" y="1964"/>
                    </a:moveTo>
                    <a:cubicBezTo>
                      <a:pt x="15045" y="1964"/>
                      <a:pt x="15298" y="2217"/>
                      <a:pt x="15298" y="2530"/>
                    </a:cubicBezTo>
                    <a:cubicBezTo>
                      <a:pt x="15298" y="3042"/>
                      <a:pt x="15716" y="3460"/>
                      <a:pt x="16231" y="3460"/>
                    </a:cubicBezTo>
                    <a:cubicBezTo>
                      <a:pt x="16541" y="3460"/>
                      <a:pt x="16794" y="3713"/>
                      <a:pt x="16794" y="4026"/>
                    </a:cubicBezTo>
                    <a:lnTo>
                      <a:pt x="16794" y="6511"/>
                    </a:lnTo>
                    <a:cubicBezTo>
                      <a:pt x="16794" y="6821"/>
                      <a:pt x="16541" y="7074"/>
                      <a:pt x="16231" y="7074"/>
                    </a:cubicBezTo>
                    <a:cubicBezTo>
                      <a:pt x="15716" y="7074"/>
                      <a:pt x="15298" y="7492"/>
                      <a:pt x="15298" y="8007"/>
                    </a:cubicBezTo>
                    <a:cubicBezTo>
                      <a:pt x="15298" y="8318"/>
                      <a:pt x="15045" y="8570"/>
                      <a:pt x="14735" y="8570"/>
                    </a:cubicBezTo>
                    <a:lnTo>
                      <a:pt x="4277" y="8570"/>
                    </a:lnTo>
                    <a:cubicBezTo>
                      <a:pt x="3966" y="8570"/>
                      <a:pt x="3714" y="8318"/>
                      <a:pt x="3714" y="8007"/>
                    </a:cubicBezTo>
                    <a:cubicBezTo>
                      <a:pt x="3714" y="7492"/>
                      <a:pt x="3295" y="7074"/>
                      <a:pt x="2783" y="7074"/>
                    </a:cubicBezTo>
                    <a:cubicBezTo>
                      <a:pt x="2470" y="7074"/>
                      <a:pt x="2217" y="6821"/>
                      <a:pt x="2217" y="6511"/>
                    </a:cubicBezTo>
                    <a:lnTo>
                      <a:pt x="2217" y="4026"/>
                    </a:lnTo>
                    <a:cubicBezTo>
                      <a:pt x="2217" y="3713"/>
                      <a:pt x="2470" y="3460"/>
                      <a:pt x="2783" y="3460"/>
                    </a:cubicBezTo>
                    <a:cubicBezTo>
                      <a:pt x="3295" y="3460"/>
                      <a:pt x="3714" y="3042"/>
                      <a:pt x="3714" y="2530"/>
                    </a:cubicBezTo>
                    <a:cubicBezTo>
                      <a:pt x="3714" y="2217"/>
                      <a:pt x="3966" y="1964"/>
                      <a:pt x="4277" y="1964"/>
                    </a:cubicBezTo>
                    <a:close/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lnTo>
                      <a:pt x="1" y="9968"/>
                    </a:lnTo>
                    <a:cubicBezTo>
                      <a:pt x="1" y="10281"/>
                      <a:pt x="254" y="10534"/>
                      <a:pt x="567" y="10534"/>
                    </a:cubicBezTo>
                    <a:lnTo>
                      <a:pt x="18445" y="10534"/>
                    </a:lnTo>
                    <a:cubicBezTo>
                      <a:pt x="18758" y="10534"/>
                      <a:pt x="19011" y="10281"/>
                      <a:pt x="19011" y="9968"/>
                    </a:cubicBezTo>
                    <a:lnTo>
                      <a:pt x="19011" y="567"/>
                    </a:lnTo>
                    <a:cubicBezTo>
                      <a:pt x="19011" y="253"/>
                      <a:pt x="18758" y="0"/>
                      <a:pt x="184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673" name="Google Shape;673;p31"/>
          <p:cNvGrpSpPr/>
          <p:nvPr/>
        </p:nvGrpSpPr>
        <p:grpSpPr>
          <a:xfrm>
            <a:off x="6840858" y="3956905"/>
            <a:ext cx="3059727" cy="3059727"/>
            <a:chOff x="4008240" y="1896120"/>
            <a:chExt cx="1703160" cy="1703160"/>
          </a:xfrm>
        </p:grpSpPr>
        <p:sp>
          <p:nvSpPr>
            <p:cNvPr id="674" name="Google Shape;674;p31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1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2"/>
          <p:cNvSpPr/>
          <p:nvPr>
            <p:ph idx="2" type="pic"/>
          </p:nvPr>
        </p:nvSpPr>
        <p:spPr>
          <a:xfrm>
            <a:off x="1615000" y="1055525"/>
            <a:ext cx="2359200" cy="33696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32"/>
          <p:cNvSpPr txBox="1"/>
          <p:nvPr>
            <p:ph idx="1" type="subTitle"/>
          </p:nvPr>
        </p:nvSpPr>
        <p:spPr>
          <a:xfrm>
            <a:off x="4504250" y="2216068"/>
            <a:ext cx="3451200" cy="11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690" name="Google Shape;690;p32"/>
          <p:cNvSpPr txBox="1"/>
          <p:nvPr>
            <p:ph type="title"/>
          </p:nvPr>
        </p:nvSpPr>
        <p:spPr>
          <a:xfrm>
            <a:off x="4504263" y="1554325"/>
            <a:ext cx="3451200" cy="59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691" name="Google Shape;691;p32"/>
          <p:cNvGrpSpPr/>
          <p:nvPr/>
        </p:nvGrpSpPr>
        <p:grpSpPr>
          <a:xfrm>
            <a:off x="-816642" y="-843658"/>
            <a:ext cx="3059727" cy="3059727"/>
            <a:chOff x="4008240" y="1896120"/>
            <a:chExt cx="1703160" cy="1703160"/>
          </a:xfrm>
        </p:grpSpPr>
        <p:sp>
          <p:nvSpPr>
            <p:cNvPr id="692" name="Google Shape;692;p32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2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2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2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2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2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2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2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2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2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2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2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32"/>
          <p:cNvSpPr/>
          <p:nvPr/>
        </p:nvSpPr>
        <p:spPr>
          <a:xfrm rot="1714270">
            <a:off x="7253246" y="4246039"/>
            <a:ext cx="1815073" cy="1815073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2"/>
          <p:cNvSpPr/>
          <p:nvPr/>
        </p:nvSpPr>
        <p:spPr>
          <a:xfrm flipH="1" rot="10800000">
            <a:off x="8355735" y="3323669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32"/>
          <p:cNvGrpSpPr/>
          <p:nvPr/>
        </p:nvGrpSpPr>
        <p:grpSpPr>
          <a:xfrm>
            <a:off x="6929713" y="4031188"/>
            <a:ext cx="751800" cy="751800"/>
            <a:chOff x="563538" y="1141800"/>
            <a:chExt cx="751800" cy="751800"/>
          </a:xfrm>
        </p:grpSpPr>
        <p:sp>
          <p:nvSpPr>
            <p:cNvPr id="707" name="Google Shape;707;p32"/>
            <p:cNvSpPr/>
            <p:nvPr/>
          </p:nvSpPr>
          <p:spPr>
            <a:xfrm>
              <a:off x="563538" y="1141800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708" name="Google Shape;708;p32"/>
            <p:cNvGrpSpPr/>
            <p:nvPr/>
          </p:nvGrpSpPr>
          <p:grpSpPr>
            <a:xfrm>
              <a:off x="762161" y="1340870"/>
              <a:ext cx="354586" cy="353645"/>
              <a:chOff x="-30345325" y="3184750"/>
              <a:chExt cx="292225" cy="291450"/>
            </a:xfrm>
          </p:grpSpPr>
          <p:sp>
            <p:nvSpPr>
              <p:cNvPr id="709" name="Google Shape;709;p32"/>
              <p:cNvSpPr/>
              <p:nvPr/>
            </p:nvSpPr>
            <p:spPr>
              <a:xfrm>
                <a:off x="-30328000" y="3184750"/>
                <a:ext cx="258375" cy="120950"/>
              </a:xfrm>
              <a:custGeom>
                <a:rect b="b" l="l" r="r" t="t"/>
                <a:pathLst>
                  <a:path extrusionOk="0" h="4838" w="10335">
                    <a:moveTo>
                      <a:pt x="1040" y="0"/>
                    </a:moveTo>
                    <a:cubicBezTo>
                      <a:pt x="473" y="0"/>
                      <a:pt x="1" y="473"/>
                      <a:pt x="1" y="1071"/>
                    </a:cubicBezTo>
                    <a:lnTo>
                      <a:pt x="1" y="2458"/>
                    </a:lnTo>
                    <a:cubicBezTo>
                      <a:pt x="1" y="2993"/>
                      <a:pt x="473" y="3466"/>
                      <a:pt x="1040" y="3466"/>
                    </a:cubicBezTo>
                    <a:lnTo>
                      <a:pt x="2048" y="3466"/>
                    </a:lnTo>
                    <a:lnTo>
                      <a:pt x="2048" y="4505"/>
                    </a:lnTo>
                    <a:cubicBezTo>
                      <a:pt x="2048" y="4663"/>
                      <a:pt x="2143" y="4757"/>
                      <a:pt x="2269" y="4820"/>
                    </a:cubicBezTo>
                    <a:cubicBezTo>
                      <a:pt x="2300" y="4831"/>
                      <a:pt x="2339" y="4838"/>
                      <a:pt x="2380" y="4838"/>
                    </a:cubicBezTo>
                    <a:cubicBezTo>
                      <a:pt x="2461" y="4838"/>
                      <a:pt x="2552" y="4810"/>
                      <a:pt x="2615" y="4726"/>
                    </a:cubicBezTo>
                    <a:lnTo>
                      <a:pt x="3876" y="3466"/>
                    </a:lnTo>
                    <a:lnTo>
                      <a:pt x="6365" y="3466"/>
                    </a:lnTo>
                    <a:lnTo>
                      <a:pt x="7625" y="4726"/>
                    </a:lnTo>
                    <a:cubicBezTo>
                      <a:pt x="7688" y="4810"/>
                      <a:pt x="7765" y="4838"/>
                      <a:pt x="7846" y="4838"/>
                    </a:cubicBezTo>
                    <a:cubicBezTo>
                      <a:pt x="7887" y="4838"/>
                      <a:pt x="7929" y="4831"/>
                      <a:pt x="7971" y="4820"/>
                    </a:cubicBezTo>
                    <a:cubicBezTo>
                      <a:pt x="8097" y="4789"/>
                      <a:pt x="8160" y="4631"/>
                      <a:pt x="8160" y="4505"/>
                    </a:cubicBezTo>
                    <a:lnTo>
                      <a:pt x="8160" y="3466"/>
                    </a:lnTo>
                    <a:lnTo>
                      <a:pt x="9231" y="3466"/>
                    </a:lnTo>
                    <a:cubicBezTo>
                      <a:pt x="9862" y="3466"/>
                      <a:pt x="10334" y="2993"/>
                      <a:pt x="10334" y="2458"/>
                    </a:cubicBezTo>
                    <a:lnTo>
                      <a:pt x="10334" y="1071"/>
                    </a:lnTo>
                    <a:cubicBezTo>
                      <a:pt x="10334" y="536"/>
                      <a:pt x="9862" y="0"/>
                      <a:pt x="92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>
                <a:off x="-30310675" y="3322575"/>
                <a:ext cx="68550" cy="69350"/>
              </a:xfrm>
              <a:custGeom>
                <a:rect b="b" l="l" r="r" t="t"/>
                <a:pathLst>
                  <a:path extrusionOk="0" h="2774" w="2742">
                    <a:moveTo>
                      <a:pt x="1387" y="1"/>
                    </a:moveTo>
                    <a:cubicBezTo>
                      <a:pt x="599" y="1"/>
                      <a:pt x="1" y="631"/>
                      <a:pt x="1" y="1387"/>
                    </a:cubicBezTo>
                    <a:cubicBezTo>
                      <a:pt x="1" y="2143"/>
                      <a:pt x="599" y="2773"/>
                      <a:pt x="1387" y="2773"/>
                    </a:cubicBezTo>
                    <a:cubicBezTo>
                      <a:pt x="2143" y="2773"/>
                      <a:pt x="2742" y="2143"/>
                      <a:pt x="2742" y="1387"/>
                    </a:cubicBezTo>
                    <a:cubicBezTo>
                      <a:pt x="2742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-30345325" y="3408425"/>
                <a:ext cx="137075" cy="67775"/>
              </a:xfrm>
              <a:custGeom>
                <a:rect b="b" l="l" r="r" t="t"/>
                <a:pathLst>
                  <a:path extrusionOk="0" h="2711" w="5483">
                    <a:moveTo>
                      <a:pt x="2741" y="1"/>
                    </a:moveTo>
                    <a:cubicBezTo>
                      <a:pt x="1387" y="1"/>
                      <a:pt x="221" y="1040"/>
                      <a:pt x="32" y="2332"/>
                    </a:cubicBezTo>
                    <a:cubicBezTo>
                      <a:pt x="0" y="2521"/>
                      <a:pt x="158" y="2710"/>
                      <a:pt x="378" y="2710"/>
                    </a:cubicBezTo>
                    <a:lnTo>
                      <a:pt x="5104" y="2710"/>
                    </a:lnTo>
                    <a:cubicBezTo>
                      <a:pt x="5325" y="2710"/>
                      <a:pt x="5482" y="2521"/>
                      <a:pt x="5482" y="2332"/>
                    </a:cubicBezTo>
                    <a:cubicBezTo>
                      <a:pt x="5262" y="977"/>
                      <a:pt x="4128" y="1"/>
                      <a:pt x="2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2"/>
              <p:cNvSpPr/>
              <p:nvPr/>
            </p:nvSpPr>
            <p:spPr>
              <a:xfrm>
                <a:off x="-30156300" y="3322575"/>
                <a:ext cx="68550" cy="69350"/>
              </a:xfrm>
              <a:custGeom>
                <a:rect b="b" l="l" r="r" t="t"/>
                <a:pathLst>
                  <a:path extrusionOk="0" h="2774" w="2742">
                    <a:moveTo>
                      <a:pt x="1387" y="1"/>
                    </a:moveTo>
                    <a:cubicBezTo>
                      <a:pt x="631" y="1"/>
                      <a:pt x="1" y="631"/>
                      <a:pt x="1" y="1387"/>
                    </a:cubicBezTo>
                    <a:cubicBezTo>
                      <a:pt x="1" y="2143"/>
                      <a:pt x="631" y="2773"/>
                      <a:pt x="1387" y="2773"/>
                    </a:cubicBezTo>
                    <a:cubicBezTo>
                      <a:pt x="2111" y="2773"/>
                      <a:pt x="2742" y="2143"/>
                      <a:pt x="2742" y="1387"/>
                    </a:cubicBezTo>
                    <a:cubicBezTo>
                      <a:pt x="2742" y="631"/>
                      <a:pt x="2111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2"/>
              <p:cNvSpPr/>
              <p:nvPr/>
            </p:nvSpPr>
            <p:spPr>
              <a:xfrm>
                <a:off x="-30190950" y="3408425"/>
                <a:ext cx="137850" cy="67775"/>
              </a:xfrm>
              <a:custGeom>
                <a:rect b="b" l="l" r="r" t="t"/>
                <a:pathLst>
                  <a:path extrusionOk="0" h="2711" w="5514">
                    <a:moveTo>
                      <a:pt x="2773" y="1"/>
                    </a:moveTo>
                    <a:cubicBezTo>
                      <a:pt x="1387" y="1"/>
                      <a:pt x="252" y="1040"/>
                      <a:pt x="32" y="2332"/>
                    </a:cubicBezTo>
                    <a:cubicBezTo>
                      <a:pt x="0" y="2521"/>
                      <a:pt x="158" y="2710"/>
                      <a:pt x="410" y="2710"/>
                    </a:cubicBezTo>
                    <a:lnTo>
                      <a:pt x="5167" y="2710"/>
                    </a:lnTo>
                    <a:cubicBezTo>
                      <a:pt x="5356" y="2710"/>
                      <a:pt x="5514" y="2521"/>
                      <a:pt x="5514" y="2332"/>
                    </a:cubicBezTo>
                    <a:cubicBezTo>
                      <a:pt x="5293" y="977"/>
                      <a:pt x="4128" y="1"/>
                      <a:pt x="2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4" name="Google Shape;714;p32"/>
          <p:cNvGrpSpPr/>
          <p:nvPr/>
        </p:nvGrpSpPr>
        <p:grpSpPr>
          <a:xfrm>
            <a:off x="7472600" y="330450"/>
            <a:ext cx="958167" cy="239549"/>
            <a:chOff x="7380000" y="1200450"/>
            <a:chExt cx="958167" cy="239549"/>
          </a:xfrm>
        </p:grpSpPr>
        <p:sp>
          <p:nvSpPr>
            <p:cNvPr id="715" name="Google Shape;715;p32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2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2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2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2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1" name="Google Shape;72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3"/>
          <p:cNvSpPr txBox="1"/>
          <p:nvPr>
            <p:ph idx="1" type="subTitle"/>
          </p:nvPr>
        </p:nvSpPr>
        <p:spPr>
          <a:xfrm>
            <a:off x="826355" y="2350374"/>
            <a:ext cx="3571200" cy="12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24" name="Google Shape;724;p33"/>
          <p:cNvSpPr txBox="1"/>
          <p:nvPr>
            <p:ph type="title"/>
          </p:nvPr>
        </p:nvSpPr>
        <p:spPr>
          <a:xfrm>
            <a:off x="826325" y="1651600"/>
            <a:ext cx="3571200" cy="59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725" name="Google Shape;725;p33"/>
          <p:cNvSpPr/>
          <p:nvPr>
            <p:ph idx="2" type="pic"/>
          </p:nvPr>
        </p:nvSpPr>
        <p:spPr>
          <a:xfrm>
            <a:off x="4982425" y="1787425"/>
            <a:ext cx="3247800" cy="1914000"/>
          </a:xfrm>
          <a:prstGeom prst="rect">
            <a:avLst/>
          </a:prstGeom>
          <a:noFill/>
          <a:ln>
            <a:noFill/>
          </a:ln>
        </p:spPr>
      </p:sp>
      <p:sp>
        <p:nvSpPr>
          <p:cNvPr id="726" name="Google Shape;726;p33"/>
          <p:cNvSpPr/>
          <p:nvPr/>
        </p:nvSpPr>
        <p:spPr>
          <a:xfrm>
            <a:off x="-865550" y="386314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3"/>
          <p:cNvSpPr/>
          <p:nvPr/>
        </p:nvSpPr>
        <p:spPr>
          <a:xfrm>
            <a:off x="-409365" y="-1132352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8" name="Google Shape;728;p33"/>
          <p:cNvGrpSpPr/>
          <p:nvPr/>
        </p:nvGrpSpPr>
        <p:grpSpPr>
          <a:xfrm>
            <a:off x="510675" y="370263"/>
            <a:ext cx="751800" cy="751800"/>
            <a:chOff x="1120225" y="163588"/>
            <a:chExt cx="751800" cy="751800"/>
          </a:xfrm>
        </p:grpSpPr>
        <p:sp>
          <p:nvSpPr>
            <p:cNvPr id="729" name="Google Shape;729;p33"/>
            <p:cNvSpPr/>
            <p:nvPr/>
          </p:nvSpPr>
          <p:spPr>
            <a:xfrm>
              <a:off x="1120225" y="163588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730" name="Google Shape;730;p33"/>
            <p:cNvGrpSpPr/>
            <p:nvPr/>
          </p:nvGrpSpPr>
          <p:grpSpPr>
            <a:xfrm>
              <a:off x="1321084" y="364471"/>
              <a:ext cx="350079" cy="350079"/>
              <a:chOff x="3497300" y="3227275"/>
              <a:chExt cx="296175" cy="296175"/>
            </a:xfrm>
          </p:grpSpPr>
          <p:sp>
            <p:nvSpPr>
              <p:cNvPr id="731" name="Google Shape;731;p33"/>
              <p:cNvSpPr/>
              <p:nvPr/>
            </p:nvSpPr>
            <p:spPr>
              <a:xfrm>
                <a:off x="3609925" y="3339900"/>
                <a:ext cx="69350" cy="68550"/>
              </a:xfrm>
              <a:custGeom>
                <a:rect b="b" l="l" r="r" t="t"/>
                <a:pathLst>
                  <a:path extrusionOk="0" h="2742" w="2774">
                    <a:moveTo>
                      <a:pt x="1387" y="1"/>
                    </a:moveTo>
                    <a:cubicBezTo>
                      <a:pt x="631" y="1"/>
                      <a:pt x="1" y="631"/>
                      <a:pt x="1" y="1355"/>
                    </a:cubicBezTo>
                    <a:cubicBezTo>
                      <a:pt x="1" y="2112"/>
                      <a:pt x="631" y="2742"/>
                      <a:pt x="1387" y="2742"/>
                    </a:cubicBezTo>
                    <a:cubicBezTo>
                      <a:pt x="2143" y="2742"/>
                      <a:pt x="2773" y="2112"/>
                      <a:pt x="2773" y="1355"/>
                    </a:cubicBezTo>
                    <a:cubicBezTo>
                      <a:pt x="2773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33"/>
              <p:cNvSpPr/>
              <p:nvPr/>
            </p:nvSpPr>
            <p:spPr>
              <a:xfrm>
                <a:off x="3531175" y="3227275"/>
                <a:ext cx="86650" cy="86675"/>
              </a:xfrm>
              <a:custGeom>
                <a:rect b="b" l="l" r="r" t="t"/>
                <a:pathLst>
                  <a:path extrusionOk="0" h="3467" w="3466"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8"/>
                      <a:pt x="788" y="3466"/>
                      <a:pt x="1733" y="3466"/>
                    </a:cubicBezTo>
                    <a:cubicBezTo>
                      <a:pt x="2741" y="3466"/>
                      <a:pt x="3466" y="2678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33"/>
              <p:cNvSpPr/>
              <p:nvPr/>
            </p:nvSpPr>
            <p:spPr>
              <a:xfrm>
                <a:off x="3670575" y="3227275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8"/>
                      <a:pt x="788" y="3466"/>
                      <a:pt x="1733" y="3466"/>
                    </a:cubicBezTo>
                    <a:cubicBezTo>
                      <a:pt x="2679" y="3466"/>
                      <a:pt x="3466" y="2678"/>
                      <a:pt x="3466" y="1733"/>
                    </a:cubicBezTo>
                    <a:cubicBezTo>
                      <a:pt x="3466" y="788"/>
                      <a:pt x="2679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33"/>
              <p:cNvSpPr/>
              <p:nvPr/>
            </p:nvSpPr>
            <p:spPr>
              <a:xfrm>
                <a:off x="3622525" y="3421825"/>
                <a:ext cx="41775" cy="25225"/>
              </a:xfrm>
              <a:custGeom>
                <a:rect b="b" l="l" r="r" t="t"/>
                <a:pathLst>
                  <a:path extrusionOk="0" h="1009" w="1671">
                    <a:moveTo>
                      <a:pt x="1" y="0"/>
                    </a:moveTo>
                    <a:lnTo>
                      <a:pt x="851" y="1008"/>
                    </a:lnTo>
                    <a:lnTo>
                      <a:pt x="1671" y="0"/>
                    </a:lnTo>
                    <a:lnTo>
                      <a:pt x="1671" y="0"/>
                    </a:lnTo>
                    <a:cubicBezTo>
                      <a:pt x="1450" y="126"/>
                      <a:pt x="1167" y="158"/>
                      <a:pt x="851" y="158"/>
                    </a:cubicBezTo>
                    <a:cubicBezTo>
                      <a:pt x="568" y="158"/>
                      <a:pt x="284" y="9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33"/>
              <p:cNvSpPr/>
              <p:nvPr/>
            </p:nvSpPr>
            <p:spPr>
              <a:xfrm>
                <a:off x="3566600" y="34163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261" y="1"/>
                    </a:moveTo>
                    <a:cubicBezTo>
                      <a:pt x="474" y="599"/>
                      <a:pt x="1" y="1513"/>
                      <a:pt x="1" y="2490"/>
                    </a:cubicBezTo>
                    <a:lnTo>
                      <a:pt x="1" y="3907"/>
                    </a:lnTo>
                    <a:cubicBezTo>
                      <a:pt x="1" y="4096"/>
                      <a:pt x="158" y="4254"/>
                      <a:pt x="379" y="4254"/>
                    </a:cubicBezTo>
                    <a:lnTo>
                      <a:pt x="2805" y="4254"/>
                    </a:lnTo>
                    <a:lnTo>
                      <a:pt x="2805" y="1891"/>
                    </a:ln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33"/>
              <p:cNvSpPr/>
              <p:nvPr/>
            </p:nvSpPr>
            <p:spPr>
              <a:xfrm>
                <a:off x="3653250" y="34171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544" y="0"/>
                    </a:moveTo>
                    <a:lnTo>
                      <a:pt x="1" y="1890"/>
                    </a:lnTo>
                    <a:lnTo>
                      <a:pt x="1" y="4253"/>
                    </a:lnTo>
                    <a:lnTo>
                      <a:pt x="2458" y="4253"/>
                    </a:lnTo>
                    <a:cubicBezTo>
                      <a:pt x="2647" y="4253"/>
                      <a:pt x="2804" y="4096"/>
                      <a:pt x="2804" y="3907"/>
                    </a:cubicBezTo>
                    <a:lnTo>
                      <a:pt x="2804" y="2489"/>
                    </a:lnTo>
                    <a:cubicBezTo>
                      <a:pt x="2773" y="1481"/>
                      <a:pt x="2300" y="567"/>
                      <a:pt x="1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33"/>
              <p:cNvSpPr/>
              <p:nvPr/>
            </p:nvSpPr>
            <p:spPr>
              <a:xfrm>
                <a:off x="3655625" y="3310775"/>
                <a:ext cx="137850" cy="108700"/>
              </a:xfrm>
              <a:custGeom>
                <a:rect b="b" l="l" r="r" t="t"/>
                <a:pathLst>
                  <a:path extrusionOk="0" h="4348" w="5514">
                    <a:moveTo>
                      <a:pt x="3686" y="1512"/>
                    </a:moveTo>
                    <a:cubicBezTo>
                      <a:pt x="3907" y="1512"/>
                      <a:pt x="4064" y="1670"/>
                      <a:pt x="4064" y="1859"/>
                    </a:cubicBezTo>
                    <a:cubicBezTo>
                      <a:pt x="4064" y="2048"/>
                      <a:pt x="3907" y="2205"/>
                      <a:pt x="3686" y="2205"/>
                    </a:cubicBezTo>
                    <a:lnTo>
                      <a:pt x="2993" y="2205"/>
                    </a:lnTo>
                    <a:cubicBezTo>
                      <a:pt x="2804" y="2205"/>
                      <a:pt x="2646" y="2048"/>
                      <a:pt x="2646" y="1859"/>
                    </a:cubicBezTo>
                    <a:cubicBezTo>
                      <a:pt x="2646" y="1670"/>
                      <a:pt x="2804" y="1512"/>
                      <a:pt x="2993" y="1512"/>
                    </a:cubicBezTo>
                    <a:close/>
                    <a:moveTo>
                      <a:pt x="4127" y="0"/>
                    </a:moveTo>
                    <a:cubicBezTo>
                      <a:pt x="3686" y="536"/>
                      <a:pt x="3056" y="851"/>
                      <a:pt x="2331" y="851"/>
                    </a:cubicBezTo>
                    <a:cubicBezTo>
                      <a:pt x="1607" y="851"/>
                      <a:pt x="977" y="504"/>
                      <a:pt x="536" y="63"/>
                    </a:cubicBezTo>
                    <a:cubicBezTo>
                      <a:pt x="347" y="221"/>
                      <a:pt x="158" y="378"/>
                      <a:pt x="0" y="567"/>
                    </a:cubicBezTo>
                    <a:cubicBezTo>
                      <a:pt x="945" y="756"/>
                      <a:pt x="1638" y="1575"/>
                      <a:pt x="1638" y="2615"/>
                    </a:cubicBezTo>
                    <a:cubicBezTo>
                      <a:pt x="1638" y="2930"/>
                      <a:pt x="1575" y="3214"/>
                      <a:pt x="1449" y="3466"/>
                    </a:cubicBezTo>
                    <a:cubicBezTo>
                      <a:pt x="1859" y="3718"/>
                      <a:pt x="2205" y="4001"/>
                      <a:pt x="2520" y="4348"/>
                    </a:cubicBezTo>
                    <a:lnTo>
                      <a:pt x="5167" y="4348"/>
                    </a:lnTo>
                    <a:cubicBezTo>
                      <a:pt x="5356" y="4348"/>
                      <a:pt x="5513" y="4190"/>
                      <a:pt x="5513" y="4001"/>
                    </a:cubicBezTo>
                    <a:lnTo>
                      <a:pt x="5513" y="2615"/>
                    </a:lnTo>
                    <a:cubicBezTo>
                      <a:pt x="5482" y="1512"/>
                      <a:pt x="4915" y="567"/>
                      <a:pt x="41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33"/>
              <p:cNvSpPr/>
              <p:nvPr/>
            </p:nvSpPr>
            <p:spPr>
              <a:xfrm>
                <a:off x="3497300" y="3309975"/>
                <a:ext cx="136275" cy="108725"/>
              </a:xfrm>
              <a:custGeom>
                <a:rect b="b" l="l" r="r" t="t"/>
                <a:pathLst>
                  <a:path extrusionOk="0" h="4349" w="5451">
                    <a:moveTo>
                      <a:pt x="2426" y="1544"/>
                    </a:moveTo>
                    <a:cubicBezTo>
                      <a:pt x="2615" y="1544"/>
                      <a:pt x="2773" y="1702"/>
                      <a:pt x="2773" y="1891"/>
                    </a:cubicBezTo>
                    <a:cubicBezTo>
                      <a:pt x="2773" y="2080"/>
                      <a:pt x="2615" y="2237"/>
                      <a:pt x="2426" y="2237"/>
                    </a:cubicBezTo>
                    <a:lnTo>
                      <a:pt x="1733" y="2237"/>
                    </a:lnTo>
                    <a:cubicBezTo>
                      <a:pt x="1513" y="2237"/>
                      <a:pt x="1355" y="2080"/>
                      <a:pt x="1355" y="1891"/>
                    </a:cubicBezTo>
                    <a:cubicBezTo>
                      <a:pt x="1355" y="1702"/>
                      <a:pt x="1513" y="1544"/>
                      <a:pt x="1733" y="1544"/>
                    </a:cubicBezTo>
                    <a:close/>
                    <a:moveTo>
                      <a:pt x="1324" y="1"/>
                    </a:moveTo>
                    <a:cubicBezTo>
                      <a:pt x="536" y="568"/>
                      <a:pt x="1" y="1513"/>
                      <a:pt x="1" y="2552"/>
                    </a:cubicBezTo>
                    <a:lnTo>
                      <a:pt x="1" y="3939"/>
                    </a:lnTo>
                    <a:cubicBezTo>
                      <a:pt x="1" y="4191"/>
                      <a:pt x="95" y="4348"/>
                      <a:pt x="316" y="4348"/>
                    </a:cubicBezTo>
                    <a:lnTo>
                      <a:pt x="2930" y="4348"/>
                    </a:lnTo>
                    <a:cubicBezTo>
                      <a:pt x="3214" y="3970"/>
                      <a:pt x="3561" y="3655"/>
                      <a:pt x="4002" y="3466"/>
                    </a:cubicBezTo>
                    <a:cubicBezTo>
                      <a:pt x="3876" y="3183"/>
                      <a:pt x="3813" y="2930"/>
                      <a:pt x="3813" y="2615"/>
                    </a:cubicBezTo>
                    <a:cubicBezTo>
                      <a:pt x="3813" y="1607"/>
                      <a:pt x="4506" y="757"/>
                      <a:pt x="5451" y="568"/>
                    </a:cubicBezTo>
                    <a:cubicBezTo>
                      <a:pt x="5293" y="347"/>
                      <a:pt x="5104" y="190"/>
                      <a:pt x="4915" y="32"/>
                    </a:cubicBezTo>
                    <a:cubicBezTo>
                      <a:pt x="4474" y="505"/>
                      <a:pt x="3844" y="820"/>
                      <a:pt x="3151" y="820"/>
                    </a:cubicBezTo>
                    <a:cubicBezTo>
                      <a:pt x="2426" y="820"/>
                      <a:pt x="1796" y="505"/>
                      <a:pt x="1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39" name="Google Shape;739;p33"/>
          <p:cNvGrpSpPr/>
          <p:nvPr/>
        </p:nvGrpSpPr>
        <p:grpSpPr>
          <a:xfrm>
            <a:off x="6651348" y="744979"/>
            <a:ext cx="2170507" cy="2170507"/>
            <a:chOff x="4008240" y="1896120"/>
            <a:chExt cx="1703160" cy="1703160"/>
          </a:xfrm>
        </p:grpSpPr>
        <p:sp>
          <p:nvSpPr>
            <p:cNvPr id="740" name="Google Shape;740;p33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3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3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2" name="Google Shape;752;p33"/>
          <p:cNvSpPr/>
          <p:nvPr/>
        </p:nvSpPr>
        <p:spPr>
          <a:xfrm>
            <a:off x="7670588" y="-456698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3" name="Google Shape;753;p33"/>
          <p:cNvGrpSpPr/>
          <p:nvPr/>
        </p:nvGrpSpPr>
        <p:grpSpPr>
          <a:xfrm>
            <a:off x="1291725" y="4567950"/>
            <a:ext cx="958167" cy="239549"/>
            <a:chOff x="7380000" y="1200450"/>
            <a:chExt cx="958167" cy="239549"/>
          </a:xfrm>
        </p:grpSpPr>
        <p:sp>
          <p:nvSpPr>
            <p:cNvPr id="754" name="Google Shape;754;p33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3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3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3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3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0" name="Google Shape;76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8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4"/>
          <p:cNvSpPr txBox="1"/>
          <p:nvPr>
            <p:ph type="title"/>
          </p:nvPr>
        </p:nvSpPr>
        <p:spPr>
          <a:xfrm>
            <a:off x="1952550" y="2991825"/>
            <a:ext cx="5238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63" name="Google Shape;763;p34"/>
          <p:cNvSpPr txBox="1"/>
          <p:nvPr>
            <p:ph idx="1" type="subTitle"/>
          </p:nvPr>
        </p:nvSpPr>
        <p:spPr>
          <a:xfrm>
            <a:off x="1952550" y="1345350"/>
            <a:ext cx="52389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764" name="Google Shape;764;p34"/>
          <p:cNvSpPr/>
          <p:nvPr/>
        </p:nvSpPr>
        <p:spPr>
          <a:xfrm>
            <a:off x="6197499" y="4111278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7725735" y="355433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6" name="Google Shape;766;p34"/>
          <p:cNvGrpSpPr/>
          <p:nvPr/>
        </p:nvGrpSpPr>
        <p:grpSpPr>
          <a:xfrm>
            <a:off x="1093848" y="-1595021"/>
            <a:ext cx="2170507" cy="2170507"/>
            <a:chOff x="4008240" y="1896120"/>
            <a:chExt cx="1703160" cy="1703160"/>
          </a:xfrm>
        </p:grpSpPr>
        <p:sp>
          <p:nvSpPr>
            <p:cNvPr id="767" name="Google Shape;767;p34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9" name="Google Shape;779;p34"/>
          <p:cNvSpPr/>
          <p:nvPr/>
        </p:nvSpPr>
        <p:spPr>
          <a:xfrm>
            <a:off x="-980005" y="-945725"/>
            <a:ext cx="2412800" cy="2412800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0" name="Google Shape;780;p34"/>
          <p:cNvGrpSpPr/>
          <p:nvPr/>
        </p:nvGrpSpPr>
        <p:grpSpPr>
          <a:xfrm>
            <a:off x="421725" y="4702950"/>
            <a:ext cx="958167" cy="239549"/>
            <a:chOff x="7380000" y="1200450"/>
            <a:chExt cx="958167" cy="239549"/>
          </a:xfrm>
        </p:grpSpPr>
        <p:sp>
          <p:nvSpPr>
            <p:cNvPr id="781" name="Google Shape;781;p34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4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7" name="Google Shape;787;p34"/>
          <p:cNvGrpSpPr/>
          <p:nvPr/>
        </p:nvGrpSpPr>
        <p:grpSpPr>
          <a:xfrm>
            <a:off x="7092050" y="276088"/>
            <a:ext cx="751800" cy="751800"/>
            <a:chOff x="1120225" y="163588"/>
            <a:chExt cx="751800" cy="751800"/>
          </a:xfrm>
        </p:grpSpPr>
        <p:sp>
          <p:nvSpPr>
            <p:cNvPr id="788" name="Google Shape;788;p34"/>
            <p:cNvSpPr/>
            <p:nvPr/>
          </p:nvSpPr>
          <p:spPr>
            <a:xfrm>
              <a:off x="1120225" y="163588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789" name="Google Shape;789;p34"/>
            <p:cNvGrpSpPr/>
            <p:nvPr/>
          </p:nvGrpSpPr>
          <p:grpSpPr>
            <a:xfrm>
              <a:off x="1321084" y="364471"/>
              <a:ext cx="350079" cy="350079"/>
              <a:chOff x="3497300" y="3227275"/>
              <a:chExt cx="296175" cy="296175"/>
            </a:xfrm>
          </p:grpSpPr>
          <p:sp>
            <p:nvSpPr>
              <p:cNvPr id="790" name="Google Shape;790;p34"/>
              <p:cNvSpPr/>
              <p:nvPr/>
            </p:nvSpPr>
            <p:spPr>
              <a:xfrm>
                <a:off x="3609925" y="3339900"/>
                <a:ext cx="69350" cy="68550"/>
              </a:xfrm>
              <a:custGeom>
                <a:rect b="b" l="l" r="r" t="t"/>
                <a:pathLst>
                  <a:path extrusionOk="0" h="2742" w="2774">
                    <a:moveTo>
                      <a:pt x="1387" y="1"/>
                    </a:moveTo>
                    <a:cubicBezTo>
                      <a:pt x="631" y="1"/>
                      <a:pt x="1" y="631"/>
                      <a:pt x="1" y="1355"/>
                    </a:cubicBezTo>
                    <a:cubicBezTo>
                      <a:pt x="1" y="2112"/>
                      <a:pt x="631" y="2742"/>
                      <a:pt x="1387" y="2742"/>
                    </a:cubicBezTo>
                    <a:cubicBezTo>
                      <a:pt x="2143" y="2742"/>
                      <a:pt x="2773" y="2112"/>
                      <a:pt x="2773" y="1355"/>
                    </a:cubicBezTo>
                    <a:cubicBezTo>
                      <a:pt x="2773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4"/>
              <p:cNvSpPr/>
              <p:nvPr/>
            </p:nvSpPr>
            <p:spPr>
              <a:xfrm>
                <a:off x="3531175" y="3227275"/>
                <a:ext cx="86650" cy="86675"/>
              </a:xfrm>
              <a:custGeom>
                <a:rect b="b" l="l" r="r" t="t"/>
                <a:pathLst>
                  <a:path extrusionOk="0" h="3467" w="3466"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8"/>
                      <a:pt x="788" y="3466"/>
                      <a:pt x="1733" y="3466"/>
                    </a:cubicBezTo>
                    <a:cubicBezTo>
                      <a:pt x="2741" y="3466"/>
                      <a:pt x="3466" y="2678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4"/>
              <p:cNvSpPr/>
              <p:nvPr/>
            </p:nvSpPr>
            <p:spPr>
              <a:xfrm>
                <a:off x="3670575" y="3227275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8"/>
                      <a:pt x="788" y="3466"/>
                      <a:pt x="1733" y="3466"/>
                    </a:cubicBezTo>
                    <a:cubicBezTo>
                      <a:pt x="2679" y="3466"/>
                      <a:pt x="3466" y="2678"/>
                      <a:pt x="3466" y="1733"/>
                    </a:cubicBezTo>
                    <a:cubicBezTo>
                      <a:pt x="3466" y="788"/>
                      <a:pt x="2679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34"/>
              <p:cNvSpPr/>
              <p:nvPr/>
            </p:nvSpPr>
            <p:spPr>
              <a:xfrm>
                <a:off x="3622525" y="3421825"/>
                <a:ext cx="41775" cy="25225"/>
              </a:xfrm>
              <a:custGeom>
                <a:rect b="b" l="l" r="r" t="t"/>
                <a:pathLst>
                  <a:path extrusionOk="0" h="1009" w="1671">
                    <a:moveTo>
                      <a:pt x="1" y="0"/>
                    </a:moveTo>
                    <a:lnTo>
                      <a:pt x="851" y="1008"/>
                    </a:lnTo>
                    <a:lnTo>
                      <a:pt x="1671" y="0"/>
                    </a:lnTo>
                    <a:lnTo>
                      <a:pt x="1671" y="0"/>
                    </a:lnTo>
                    <a:cubicBezTo>
                      <a:pt x="1450" y="126"/>
                      <a:pt x="1167" y="158"/>
                      <a:pt x="851" y="158"/>
                    </a:cubicBezTo>
                    <a:cubicBezTo>
                      <a:pt x="568" y="158"/>
                      <a:pt x="284" y="9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4"/>
              <p:cNvSpPr/>
              <p:nvPr/>
            </p:nvSpPr>
            <p:spPr>
              <a:xfrm>
                <a:off x="3566600" y="34163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261" y="1"/>
                    </a:moveTo>
                    <a:cubicBezTo>
                      <a:pt x="474" y="599"/>
                      <a:pt x="1" y="1513"/>
                      <a:pt x="1" y="2490"/>
                    </a:cubicBezTo>
                    <a:lnTo>
                      <a:pt x="1" y="3907"/>
                    </a:lnTo>
                    <a:cubicBezTo>
                      <a:pt x="1" y="4096"/>
                      <a:pt x="158" y="4254"/>
                      <a:pt x="379" y="4254"/>
                    </a:cubicBezTo>
                    <a:lnTo>
                      <a:pt x="2805" y="4254"/>
                    </a:lnTo>
                    <a:lnTo>
                      <a:pt x="2805" y="1891"/>
                    </a:ln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4"/>
              <p:cNvSpPr/>
              <p:nvPr/>
            </p:nvSpPr>
            <p:spPr>
              <a:xfrm>
                <a:off x="3653250" y="34171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544" y="0"/>
                    </a:moveTo>
                    <a:lnTo>
                      <a:pt x="1" y="1890"/>
                    </a:lnTo>
                    <a:lnTo>
                      <a:pt x="1" y="4253"/>
                    </a:lnTo>
                    <a:lnTo>
                      <a:pt x="2458" y="4253"/>
                    </a:lnTo>
                    <a:cubicBezTo>
                      <a:pt x="2647" y="4253"/>
                      <a:pt x="2804" y="4096"/>
                      <a:pt x="2804" y="3907"/>
                    </a:cubicBezTo>
                    <a:lnTo>
                      <a:pt x="2804" y="2489"/>
                    </a:lnTo>
                    <a:cubicBezTo>
                      <a:pt x="2773" y="1481"/>
                      <a:pt x="2300" y="567"/>
                      <a:pt x="1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34"/>
              <p:cNvSpPr/>
              <p:nvPr/>
            </p:nvSpPr>
            <p:spPr>
              <a:xfrm>
                <a:off x="3655625" y="3310775"/>
                <a:ext cx="137850" cy="108700"/>
              </a:xfrm>
              <a:custGeom>
                <a:rect b="b" l="l" r="r" t="t"/>
                <a:pathLst>
                  <a:path extrusionOk="0" h="4348" w="5514">
                    <a:moveTo>
                      <a:pt x="3686" y="1512"/>
                    </a:moveTo>
                    <a:cubicBezTo>
                      <a:pt x="3907" y="1512"/>
                      <a:pt x="4064" y="1670"/>
                      <a:pt x="4064" y="1859"/>
                    </a:cubicBezTo>
                    <a:cubicBezTo>
                      <a:pt x="4064" y="2048"/>
                      <a:pt x="3907" y="2205"/>
                      <a:pt x="3686" y="2205"/>
                    </a:cubicBezTo>
                    <a:lnTo>
                      <a:pt x="2993" y="2205"/>
                    </a:lnTo>
                    <a:cubicBezTo>
                      <a:pt x="2804" y="2205"/>
                      <a:pt x="2646" y="2048"/>
                      <a:pt x="2646" y="1859"/>
                    </a:cubicBezTo>
                    <a:cubicBezTo>
                      <a:pt x="2646" y="1670"/>
                      <a:pt x="2804" y="1512"/>
                      <a:pt x="2993" y="1512"/>
                    </a:cubicBezTo>
                    <a:close/>
                    <a:moveTo>
                      <a:pt x="4127" y="0"/>
                    </a:moveTo>
                    <a:cubicBezTo>
                      <a:pt x="3686" y="536"/>
                      <a:pt x="3056" y="851"/>
                      <a:pt x="2331" y="851"/>
                    </a:cubicBezTo>
                    <a:cubicBezTo>
                      <a:pt x="1607" y="851"/>
                      <a:pt x="977" y="504"/>
                      <a:pt x="536" y="63"/>
                    </a:cubicBezTo>
                    <a:cubicBezTo>
                      <a:pt x="347" y="221"/>
                      <a:pt x="158" y="378"/>
                      <a:pt x="0" y="567"/>
                    </a:cubicBezTo>
                    <a:cubicBezTo>
                      <a:pt x="945" y="756"/>
                      <a:pt x="1638" y="1575"/>
                      <a:pt x="1638" y="2615"/>
                    </a:cubicBezTo>
                    <a:cubicBezTo>
                      <a:pt x="1638" y="2930"/>
                      <a:pt x="1575" y="3214"/>
                      <a:pt x="1449" y="3466"/>
                    </a:cubicBezTo>
                    <a:cubicBezTo>
                      <a:pt x="1859" y="3718"/>
                      <a:pt x="2205" y="4001"/>
                      <a:pt x="2520" y="4348"/>
                    </a:cubicBezTo>
                    <a:lnTo>
                      <a:pt x="5167" y="4348"/>
                    </a:lnTo>
                    <a:cubicBezTo>
                      <a:pt x="5356" y="4348"/>
                      <a:pt x="5513" y="4190"/>
                      <a:pt x="5513" y="4001"/>
                    </a:cubicBezTo>
                    <a:lnTo>
                      <a:pt x="5513" y="2615"/>
                    </a:lnTo>
                    <a:cubicBezTo>
                      <a:pt x="5482" y="1512"/>
                      <a:pt x="4915" y="567"/>
                      <a:pt x="41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34"/>
              <p:cNvSpPr/>
              <p:nvPr/>
            </p:nvSpPr>
            <p:spPr>
              <a:xfrm>
                <a:off x="3497300" y="3309975"/>
                <a:ext cx="136275" cy="108725"/>
              </a:xfrm>
              <a:custGeom>
                <a:rect b="b" l="l" r="r" t="t"/>
                <a:pathLst>
                  <a:path extrusionOk="0" h="4349" w="5451">
                    <a:moveTo>
                      <a:pt x="2426" y="1544"/>
                    </a:moveTo>
                    <a:cubicBezTo>
                      <a:pt x="2615" y="1544"/>
                      <a:pt x="2773" y="1702"/>
                      <a:pt x="2773" y="1891"/>
                    </a:cubicBezTo>
                    <a:cubicBezTo>
                      <a:pt x="2773" y="2080"/>
                      <a:pt x="2615" y="2237"/>
                      <a:pt x="2426" y="2237"/>
                    </a:cubicBezTo>
                    <a:lnTo>
                      <a:pt x="1733" y="2237"/>
                    </a:lnTo>
                    <a:cubicBezTo>
                      <a:pt x="1513" y="2237"/>
                      <a:pt x="1355" y="2080"/>
                      <a:pt x="1355" y="1891"/>
                    </a:cubicBezTo>
                    <a:cubicBezTo>
                      <a:pt x="1355" y="1702"/>
                      <a:pt x="1513" y="1544"/>
                      <a:pt x="1733" y="1544"/>
                    </a:cubicBezTo>
                    <a:close/>
                    <a:moveTo>
                      <a:pt x="1324" y="1"/>
                    </a:moveTo>
                    <a:cubicBezTo>
                      <a:pt x="536" y="568"/>
                      <a:pt x="1" y="1513"/>
                      <a:pt x="1" y="2552"/>
                    </a:cubicBezTo>
                    <a:lnTo>
                      <a:pt x="1" y="3939"/>
                    </a:lnTo>
                    <a:cubicBezTo>
                      <a:pt x="1" y="4191"/>
                      <a:pt x="95" y="4348"/>
                      <a:pt x="316" y="4348"/>
                    </a:cubicBezTo>
                    <a:lnTo>
                      <a:pt x="2930" y="4348"/>
                    </a:lnTo>
                    <a:cubicBezTo>
                      <a:pt x="3214" y="3970"/>
                      <a:pt x="3561" y="3655"/>
                      <a:pt x="4002" y="3466"/>
                    </a:cubicBezTo>
                    <a:cubicBezTo>
                      <a:pt x="3876" y="3183"/>
                      <a:pt x="3813" y="2930"/>
                      <a:pt x="3813" y="2615"/>
                    </a:cubicBezTo>
                    <a:cubicBezTo>
                      <a:pt x="3813" y="1607"/>
                      <a:pt x="4506" y="757"/>
                      <a:pt x="5451" y="568"/>
                    </a:cubicBezTo>
                    <a:cubicBezTo>
                      <a:pt x="5293" y="347"/>
                      <a:pt x="5104" y="190"/>
                      <a:pt x="4915" y="32"/>
                    </a:cubicBezTo>
                    <a:cubicBezTo>
                      <a:pt x="4474" y="505"/>
                      <a:pt x="3844" y="820"/>
                      <a:pt x="3151" y="820"/>
                    </a:cubicBezTo>
                    <a:cubicBezTo>
                      <a:pt x="2426" y="820"/>
                      <a:pt x="1796" y="505"/>
                      <a:pt x="1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98" name="Google Shape;798;p34"/>
          <p:cNvGrpSpPr/>
          <p:nvPr/>
        </p:nvGrpSpPr>
        <p:grpSpPr>
          <a:xfrm>
            <a:off x="485775" y="3394113"/>
            <a:ext cx="751800" cy="751800"/>
            <a:chOff x="485775" y="3394113"/>
            <a:chExt cx="751800" cy="751800"/>
          </a:xfrm>
        </p:grpSpPr>
        <p:sp>
          <p:nvSpPr>
            <p:cNvPr id="799" name="Google Shape;799;p34"/>
            <p:cNvSpPr/>
            <p:nvPr/>
          </p:nvSpPr>
          <p:spPr>
            <a:xfrm>
              <a:off x="485775" y="3394113"/>
              <a:ext cx="751800" cy="7518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800" name="Google Shape;800;p34"/>
            <p:cNvGrpSpPr/>
            <p:nvPr/>
          </p:nvGrpSpPr>
          <p:grpSpPr>
            <a:xfrm>
              <a:off x="685256" y="3596374"/>
              <a:ext cx="352857" cy="347301"/>
              <a:chOff x="2404875" y="3592725"/>
              <a:chExt cx="298525" cy="293825"/>
            </a:xfrm>
          </p:grpSpPr>
          <p:sp>
            <p:nvSpPr>
              <p:cNvPr id="801" name="Google Shape;801;p34"/>
              <p:cNvSpPr/>
              <p:nvPr/>
            </p:nvSpPr>
            <p:spPr>
              <a:xfrm>
                <a:off x="2404875" y="3747900"/>
                <a:ext cx="52775" cy="138650"/>
              </a:xfrm>
              <a:custGeom>
                <a:rect b="b" l="l" r="r" t="t"/>
                <a:pathLst>
                  <a:path extrusionOk="0" h="5546" w="2111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98"/>
                    </a:lnTo>
                    <a:cubicBezTo>
                      <a:pt x="0" y="5419"/>
                      <a:pt x="158" y="5545"/>
                      <a:pt x="378" y="5545"/>
                    </a:cubicBezTo>
                    <a:lnTo>
                      <a:pt x="1071" y="5545"/>
                    </a:lnTo>
                    <a:cubicBezTo>
                      <a:pt x="1670" y="5545"/>
                      <a:pt x="2111" y="5072"/>
                      <a:pt x="2111" y="4537"/>
                    </a:cubicBezTo>
                    <a:lnTo>
                      <a:pt x="2111" y="1040"/>
                    </a:lnTo>
                    <a:cubicBezTo>
                      <a:pt x="2111" y="441"/>
                      <a:pt x="1638" y="0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4"/>
              <p:cNvSpPr/>
              <p:nvPr/>
            </p:nvSpPr>
            <p:spPr>
              <a:xfrm>
                <a:off x="2458425" y="3592725"/>
                <a:ext cx="190625" cy="160700"/>
              </a:xfrm>
              <a:custGeom>
                <a:rect b="b" l="l" r="r" t="t"/>
                <a:pathLst>
                  <a:path extrusionOk="0" h="6428" w="7625">
                    <a:moveTo>
                      <a:pt x="3781" y="631"/>
                    </a:moveTo>
                    <a:cubicBezTo>
                      <a:pt x="3970" y="631"/>
                      <a:pt x="4128" y="788"/>
                      <a:pt x="4128" y="977"/>
                    </a:cubicBezTo>
                    <a:lnTo>
                      <a:pt x="4128" y="1418"/>
                    </a:lnTo>
                    <a:cubicBezTo>
                      <a:pt x="4380" y="1481"/>
                      <a:pt x="4569" y="1639"/>
                      <a:pt x="4758" y="1860"/>
                    </a:cubicBezTo>
                    <a:cubicBezTo>
                      <a:pt x="4884" y="2017"/>
                      <a:pt x="4884" y="2206"/>
                      <a:pt x="4726" y="2332"/>
                    </a:cubicBezTo>
                    <a:cubicBezTo>
                      <a:pt x="4657" y="2373"/>
                      <a:pt x="4583" y="2397"/>
                      <a:pt x="4510" y="2397"/>
                    </a:cubicBezTo>
                    <a:cubicBezTo>
                      <a:pt x="4416" y="2397"/>
                      <a:pt x="4325" y="2358"/>
                      <a:pt x="4254" y="2269"/>
                    </a:cubicBezTo>
                    <a:cubicBezTo>
                      <a:pt x="4114" y="2106"/>
                      <a:pt x="3957" y="2012"/>
                      <a:pt x="3821" y="2012"/>
                    </a:cubicBezTo>
                    <a:cubicBezTo>
                      <a:pt x="3773" y="2012"/>
                      <a:pt x="3728" y="2024"/>
                      <a:pt x="3687" y="2049"/>
                    </a:cubicBezTo>
                    <a:cubicBezTo>
                      <a:pt x="3592" y="2080"/>
                      <a:pt x="3466" y="2238"/>
                      <a:pt x="3466" y="2364"/>
                    </a:cubicBezTo>
                    <a:cubicBezTo>
                      <a:pt x="3466" y="2553"/>
                      <a:pt x="3624" y="2710"/>
                      <a:pt x="3813" y="2710"/>
                    </a:cubicBezTo>
                    <a:cubicBezTo>
                      <a:pt x="4411" y="2710"/>
                      <a:pt x="4852" y="3183"/>
                      <a:pt x="4852" y="3750"/>
                    </a:cubicBezTo>
                    <a:cubicBezTo>
                      <a:pt x="4852" y="4159"/>
                      <a:pt x="4600" y="4537"/>
                      <a:pt x="4222" y="4663"/>
                    </a:cubicBezTo>
                    <a:lnTo>
                      <a:pt x="4159" y="4663"/>
                    </a:lnTo>
                    <a:lnTo>
                      <a:pt x="4159" y="5073"/>
                    </a:lnTo>
                    <a:cubicBezTo>
                      <a:pt x="4159" y="5262"/>
                      <a:pt x="4002" y="5420"/>
                      <a:pt x="3813" y="5420"/>
                    </a:cubicBezTo>
                    <a:cubicBezTo>
                      <a:pt x="3624" y="5420"/>
                      <a:pt x="3466" y="5262"/>
                      <a:pt x="3466" y="5073"/>
                    </a:cubicBezTo>
                    <a:lnTo>
                      <a:pt x="3466" y="4663"/>
                    </a:lnTo>
                    <a:cubicBezTo>
                      <a:pt x="3277" y="4600"/>
                      <a:pt x="3119" y="4537"/>
                      <a:pt x="2962" y="4348"/>
                    </a:cubicBezTo>
                    <a:cubicBezTo>
                      <a:pt x="2836" y="4254"/>
                      <a:pt x="2804" y="4002"/>
                      <a:pt x="2962" y="3876"/>
                    </a:cubicBezTo>
                    <a:cubicBezTo>
                      <a:pt x="3013" y="3825"/>
                      <a:pt x="3108" y="3793"/>
                      <a:pt x="3206" y="3793"/>
                    </a:cubicBezTo>
                    <a:cubicBezTo>
                      <a:pt x="3290" y="3793"/>
                      <a:pt x="3376" y="3817"/>
                      <a:pt x="3435" y="3876"/>
                    </a:cubicBezTo>
                    <a:cubicBezTo>
                      <a:pt x="3549" y="3990"/>
                      <a:pt x="3679" y="4071"/>
                      <a:pt x="3803" y="4071"/>
                    </a:cubicBezTo>
                    <a:cubicBezTo>
                      <a:pt x="3850" y="4071"/>
                      <a:pt x="3895" y="4059"/>
                      <a:pt x="3939" y="4033"/>
                    </a:cubicBezTo>
                    <a:cubicBezTo>
                      <a:pt x="4065" y="4002"/>
                      <a:pt x="4128" y="3844"/>
                      <a:pt x="4128" y="3718"/>
                    </a:cubicBezTo>
                    <a:cubicBezTo>
                      <a:pt x="4128" y="3529"/>
                      <a:pt x="3970" y="3372"/>
                      <a:pt x="3781" y="3372"/>
                    </a:cubicBezTo>
                    <a:cubicBezTo>
                      <a:pt x="3182" y="3372"/>
                      <a:pt x="2741" y="2899"/>
                      <a:pt x="2741" y="2364"/>
                    </a:cubicBezTo>
                    <a:cubicBezTo>
                      <a:pt x="2741" y="1954"/>
                      <a:pt x="3025" y="1576"/>
                      <a:pt x="3435" y="1418"/>
                    </a:cubicBezTo>
                    <a:lnTo>
                      <a:pt x="3435" y="977"/>
                    </a:lnTo>
                    <a:cubicBezTo>
                      <a:pt x="3435" y="788"/>
                      <a:pt x="3592" y="631"/>
                      <a:pt x="3781" y="631"/>
                    </a:cubicBezTo>
                    <a:close/>
                    <a:moveTo>
                      <a:pt x="3813" y="1"/>
                    </a:moveTo>
                    <a:cubicBezTo>
                      <a:pt x="1733" y="1"/>
                      <a:pt x="0" y="1734"/>
                      <a:pt x="0" y="3813"/>
                    </a:cubicBezTo>
                    <a:cubicBezTo>
                      <a:pt x="0" y="4537"/>
                      <a:pt x="190" y="5231"/>
                      <a:pt x="536" y="5829"/>
                    </a:cubicBezTo>
                    <a:cubicBezTo>
                      <a:pt x="1009" y="5546"/>
                      <a:pt x="1544" y="5420"/>
                      <a:pt x="2080" y="5420"/>
                    </a:cubicBezTo>
                    <a:cubicBezTo>
                      <a:pt x="2146" y="5414"/>
                      <a:pt x="2213" y="5411"/>
                      <a:pt x="2279" y="5411"/>
                    </a:cubicBezTo>
                    <a:cubicBezTo>
                      <a:pt x="2936" y="5411"/>
                      <a:pt x="3587" y="5692"/>
                      <a:pt x="4159" y="6207"/>
                    </a:cubicBezTo>
                    <a:lnTo>
                      <a:pt x="5892" y="6207"/>
                    </a:lnTo>
                    <a:cubicBezTo>
                      <a:pt x="6144" y="6207"/>
                      <a:pt x="6364" y="6302"/>
                      <a:pt x="6585" y="6428"/>
                    </a:cubicBezTo>
                    <a:cubicBezTo>
                      <a:pt x="7215" y="5735"/>
                      <a:pt x="7625" y="4789"/>
                      <a:pt x="7625" y="3813"/>
                    </a:cubicBezTo>
                    <a:cubicBezTo>
                      <a:pt x="7625" y="1734"/>
                      <a:pt x="5892" y="1"/>
                      <a:pt x="38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34"/>
              <p:cNvSpPr/>
              <p:nvPr/>
            </p:nvSpPr>
            <p:spPr>
              <a:xfrm>
                <a:off x="2474975" y="3742775"/>
                <a:ext cx="228425" cy="125650"/>
              </a:xfrm>
              <a:custGeom>
                <a:rect b="b" l="l" r="r" t="t"/>
                <a:pathLst>
                  <a:path extrusionOk="0" h="5026" w="9137">
                    <a:moveTo>
                      <a:pt x="1422" y="0"/>
                    </a:moveTo>
                    <a:cubicBezTo>
                      <a:pt x="918" y="0"/>
                      <a:pt x="416" y="160"/>
                      <a:pt x="0" y="457"/>
                    </a:cubicBezTo>
                    <a:lnTo>
                      <a:pt x="0" y="5025"/>
                    </a:lnTo>
                    <a:lnTo>
                      <a:pt x="5230" y="5025"/>
                    </a:lnTo>
                    <a:cubicBezTo>
                      <a:pt x="5923" y="5025"/>
                      <a:pt x="6490" y="4679"/>
                      <a:pt x="6900" y="4143"/>
                    </a:cubicBezTo>
                    <a:lnTo>
                      <a:pt x="8916" y="1245"/>
                    </a:lnTo>
                    <a:cubicBezTo>
                      <a:pt x="9137" y="930"/>
                      <a:pt x="9074" y="489"/>
                      <a:pt x="8727" y="268"/>
                    </a:cubicBezTo>
                    <a:cubicBezTo>
                      <a:pt x="8633" y="221"/>
                      <a:pt x="8517" y="196"/>
                      <a:pt x="8398" y="196"/>
                    </a:cubicBezTo>
                    <a:cubicBezTo>
                      <a:pt x="8196" y="196"/>
                      <a:pt x="7983" y="268"/>
                      <a:pt x="7845" y="426"/>
                    </a:cubicBezTo>
                    <a:lnTo>
                      <a:pt x="5955" y="2726"/>
                    </a:lnTo>
                    <a:cubicBezTo>
                      <a:pt x="5829" y="2883"/>
                      <a:pt x="5545" y="2978"/>
                      <a:pt x="5419" y="2978"/>
                    </a:cubicBezTo>
                    <a:lnTo>
                      <a:pt x="3119" y="2978"/>
                    </a:lnTo>
                    <a:cubicBezTo>
                      <a:pt x="2899" y="2978"/>
                      <a:pt x="2741" y="2820"/>
                      <a:pt x="2741" y="2631"/>
                    </a:cubicBezTo>
                    <a:cubicBezTo>
                      <a:pt x="2741" y="2411"/>
                      <a:pt x="2899" y="2253"/>
                      <a:pt x="3119" y="2253"/>
                    </a:cubicBezTo>
                    <a:lnTo>
                      <a:pt x="5198" y="2253"/>
                    </a:lnTo>
                    <a:cubicBezTo>
                      <a:pt x="5576" y="2253"/>
                      <a:pt x="5923" y="1938"/>
                      <a:pt x="5923" y="1560"/>
                    </a:cubicBezTo>
                    <a:cubicBezTo>
                      <a:pt x="5923" y="1150"/>
                      <a:pt x="5576" y="835"/>
                      <a:pt x="5198" y="835"/>
                    </a:cubicBezTo>
                    <a:lnTo>
                      <a:pt x="3340" y="835"/>
                    </a:lnTo>
                    <a:cubicBezTo>
                      <a:pt x="3182" y="835"/>
                      <a:pt x="3088" y="741"/>
                      <a:pt x="2962" y="615"/>
                    </a:cubicBezTo>
                    <a:cubicBezTo>
                      <a:pt x="2773" y="426"/>
                      <a:pt x="2520" y="300"/>
                      <a:pt x="2300" y="174"/>
                    </a:cubicBezTo>
                    <a:cubicBezTo>
                      <a:pt x="2019" y="56"/>
                      <a:pt x="1720" y="0"/>
                      <a:pt x="14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04" name="Google Shape;804;p34"/>
          <p:cNvGrpSpPr/>
          <p:nvPr/>
        </p:nvGrpSpPr>
        <p:grpSpPr>
          <a:xfrm>
            <a:off x="8004775" y="1044038"/>
            <a:ext cx="751800" cy="751800"/>
            <a:chOff x="1006650" y="4011763"/>
            <a:chExt cx="751800" cy="751800"/>
          </a:xfrm>
        </p:grpSpPr>
        <p:sp>
          <p:nvSpPr>
            <p:cNvPr id="805" name="Google Shape;805;p34"/>
            <p:cNvSpPr/>
            <p:nvPr/>
          </p:nvSpPr>
          <p:spPr>
            <a:xfrm>
              <a:off x="1006650" y="4011763"/>
              <a:ext cx="751800" cy="751800"/>
            </a:xfrm>
            <a:prstGeom prst="ellipse">
              <a:avLst/>
            </a:prstGeom>
            <a:solidFill>
              <a:srgbClr val="D7E4EA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806" name="Google Shape;806;p34"/>
            <p:cNvGrpSpPr/>
            <p:nvPr/>
          </p:nvGrpSpPr>
          <p:grpSpPr>
            <a:xfrm>
              <a:off x="1186576" y="4205268"/>
              <a:ext cx="391956" cy="364812"/>
              <a:chOff x="-21322300" y="4077125"/>
              <a:chExt cx="307200" cy="285925"/>
            </a:xfrm>
          </p:grpSpPr>
          <p:sp>
            <p:nvSpPr>
              <p:cNvPr id="807" name="Google Shape;807;p34"/>
              <p:cNvSpPr/>
              <p:nvPr/>
            </p:nvSpPr>
            <p:spPr>
              <a:xfrm>
                <a:off x="-21177375" y="4077125"/>
                <a:ext cx="17350" cy="52800"/>
              </a:xfrm>
              <a:custGeom>
                <a:rect b="b" l="l" r="r" t="t"/>
                <a:pathLst>
                  <a:path extrusionOk="0" h="2112" w="69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64"/>
                    </a:lnTo>
                    <a:cubicBezTo>
                      <a:pt x="0" y="1953"/>
                      <a:pt x="158" y="2111"/>
                      <a:pt x="347" y="2111"/>
                    </a:cubicBezTo>
                    <a:cubicBezTo>
                      <a:pt x="536" y="2111"/>
                      <a:pt x="693" y="1953"/>
                      <a:pt x="693" y="1764"/>
                    </a:cubicBezTo>
                    <a:lnTo>
                      <a:pt x="693" y="347"/>
                    </a:ln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34"/>
              <p:cNvSpPr/>
              <p:nvPr/>
            </p:nvSpPr>
            <p:spPr>
              <a:xfrm>
                <a:off x="-21279775" y="4117475"/>
                <a:ext cx="46500" cy="44525"/>
              </a:xfrm>
              <a:custGeom>
                <a:rect b="b" l="l" r="r" t="t"/>
                <a:pathLst>
                  <a:path extrusionOk="0" h="1781" w="1860">
                    <a:moveTo>
                      <a:pt x="410" y="1"/>
                    </a:moveTo>
                    <a:cubicBezTo>
                      <a:pt x="323" y="1"/>
                      <a:pt x="237" y="40"/>
                      <a:pt x="158" y="119"/>
                    </a:cubicBezTo>
                    <a:cubicBezTo>
                      <a:pt x="0" y="276"/>
                      <a:pt x="0" y="466"/>
                      <a:pt x="158" y="623"/>
                    </a:cubicBezTo>
                    <a:lnTo>
                      <a:pt x="1166" y="1663"/>
                    </a:lnTo>
                    <a:cubicBezTo>
                      <a:pt x="1261" y="1741"/>
                      <a:pt x="1355" y="1781"/>
                      <a:pt x="1446" y="1781"/>
                    </a:cubicBezTo>
                    <a:cubicBezTo>
                      <a:pt x="1536" y="1781"/>
                      <a:pt x="1623" y="1741"/>
                      <a:pt x="1702" y="1663"/>
                    </a:cubicBezTo>
                    <a:cubicBezTo>
                      <a:pt x="1859" y="1505"/>
                      <a:pt x="1859" y="1285"/>
                      <a:pt x="1702" y="1127"/>
                    </a:cubicBezTo>
                    <a:lnTo>
                      <a:pt x="662" y="119"/>
                    </a:lnTo>
                    <a:cubicBezTo>
                      <a:pt x="583" y="40"/>
                      <a:pt x="497" y="1"/>
                      <a:pt x="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34"/>
              <p:cNvSpPr/>
              <p:nvPr/>
            </p:nvSpPr>
            <p:spPr>
              <a:xfrm>
                <a:off x="-21103350" y="4117475"/>
                <a:ext cx="45700" cy="44525"/>
              </a:xfrm>
              <a:custGeom>
                <a:rect b="b" l="l" r="r" t="t"/>
                <a:pathLst>
                  <a:path extrusionOk="0" h="1781" w="1828">
                    <a:moveTo>
                      <a:pt x="1418" y="1"/>
                    </a:moveTo>
                    <a:cubicBezTo>
                      <a:pt x="1332" y="1"/>
                      <a:pt x="1245" y="40"/>
                      <a:pt x="1166" y="119"/>
                    </a:cubicBezTo>
                    <a:lnTo>
                      <a:pt x="158" y="1127"/>
                    </a:lnTo>
                    <a:cubicBezTo>
                      <a:pt x="1" y="1285"/>
                      <a:pt x="1" y="1474"/>
                      <a:pt x="158" y="1663"/>
                    </a:cubicBezTo>
                    <a:cubicBezTo>
                      <a:pt x="237" y="1741"/>
                      <a:pt x="331" y="1781"/>
                      <a:pt x="422" y="1781"/>
                    </a:cubicBezTo>
                    <a:cubicBezTo>
                      <a:pt x="513" y="1781"/>
                      <a:pt x="599" y="1741"/>
                      <a:pt x="662" y="1663"/>
                    </a:cubicBezTo>
                    <a:lnTo>
                      <a:pt x="1670" y="623"/>
                    </a:lnTo>
                    <a:cubicBezTo>
                      <a:pt x="1828" y="466"/>
                      <a:pt x="1828" y="276"/>
                      <a:pt x="1670" y="119"/>
                    </a:cubicBezTo>
                    <a:cubicBezTo>
                      <a:pt x="1592" y="40"/>
                      <a:pt x="1505" y="1"/>
                      <a:pt x="14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34"/>
              <p:cNvSpPr/>
              <p:nvPr/>
            </p:nvSpPr>
            <p:spPr>
              <a:xfrm>
                <a:off x="-21137225" y="4103750"/>
                <a:ext cx="27600" cy="34975"/>
              </a:xfrm>
              <a:custGeom>
                <a:rect b="b" l="l" r="r" t="t"/>
                <a:pathLst>
                  <a:path extrusionOk="0" h="1399" w="1104">
                    <a:moveTo>
                      <a:pt x="670" y="1"/>
                    </a:moveTo>
                    <a:cubicBezTo>
                      <a:pt x="536" y="1"/>
                      <a:pt x="417" y="89"/>
                      <a:pt x="347" y="227"/>
                    </a:cubicBezTo>
                    <a:lnTo>
                      <a:pt x="95" y="888"/>
                    </a:lnTo>
                    <a:cubicBezTo>
                      <a:pt x="1" y="1109"/>
                      <a:pt x="127" y="1298"/>
                      <a:pt x="284" y="1361"/>
                    </a:cubicBezTo>
                    <a:cubicBezTo>
                      <a:pt x="335" y="1386"/>
                      <a:pt x="386" y="1398"/>
                      <a:pt x="435" y="1398"/>
                    </a:cubicBezTo>
                    <a:cubicBezTo>
                      <a:pt x="568" y="1398"/>
                      <a:pt x="688" y="1310"/>
                      <a:pt x="757" y="1172"/>
                    </a:cubicBezTo>
                    <a:lnTo>
                      <a:pt x="1041" y="510"/>
                    </a:lnTo>
                    <a:cubicBezTo>
                      <a:pt x="1104" y="321"/>
                      <a:pt x="1041" y="101"/>
                      <a:pt x="820" y="38"/>
                    </a:cubicBezTo>
                    <a:cubicBezTo>
                      <a:pt x="769" y="13"/>
                      <a:pt x="719" y="1"/>
                      <a:pt x="6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34"/>
              <p:cNvSpPr/>
              <p:nvPr/>
            </p:nvSpPr>
            <p:spPr>
              <a:xfrm>
                <a:off x="-21227800" y="4103750"/>
                <a:ext cx="27600" cy="34975"/>
              </a:xfrm>
              <a:custGeom>
                <a:rect b="b" l="l" r="r" t="t"/>
                <a:pathLst>
                  <a:path extrusionOk="0" h="1399" w="1104">
                    <a:moveTo>
                      <a:pt x="434" y="1"/>
                    </a:moveTo>
                    <a:cubicBezTo>
                      <a:pt x="386" y="1"/>
                      <a:pt x="335" y="13"/>
                      <a:pt x="284" y="38"/>
                    </a:cubicBezTo>
                    <a:cubicBezTo>
                      <a:pt x="95" y="101"/>
                      <a:pt x="1" y="321"/>
                      <a:pt x="95" y="510"/>
                    </a:cubicBezTo>
                    <a:lnTo>
                      <a:pt x="347" y="1172"/>
                    </a:lnTo>
                    <a:cubicBezTo>
                      <a:pt x="417" y="1310"/>
                      <a:pt x="536" y="1398"/>
                      <a:pt x="670" y="1398"/>
                    </a:cubicBezTo>
                    <a:cubicBezTo>
                      <a:pt x="719" y="1398"/>
                      <a:pt x="769" y="1386"/>
                      <a:pt x="820" y="1361"/>
                    </a:cubicBezTo>
                    <a:cubicBezTo>
                      <a:pt x="1040" y="1298"/>
                      <a:pt x="1103" y="1109"/>
                      <a:pt x="1040" y="888"/>
                    </a:cubicBezTo>
                    <a:lnTo>
                      <a:pt x="757" y="227"/>
                    </a:lnTo>
                    <a:cubicBezTo>
                      <a:pt x="688" y="89"/>
                      <a:pt x="568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34"/>
              <p:cNvSpPr/>
              <p:nvPr/>
            </p:nvSpPr>
            <p:spPr>
              <a:xfrm>
                <a:off x="-21319950" y="4219675"/>
                <a:ext cx="53600" cy="18150"/>
              </a:xfrm>
              <a:custGeom>
                <a:rect b="b" l="l" r="r" t="t"/>
                <a:pathLst>
                  <a:path extrusionOk="0" h="726" w="2144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97" y="725"/>
                    </a:lnTo>
                    <a:cubicBezTo>
                      <a:pt x="1986" y="725"/>
                      <a:pt x="2143" y="568"/>
                      <a:pt x="2143" y="347"/>
                    </a:cubicBezTo>
                    <a:cubicBezTo>
                      <a:pt x="2143" y="158"/>
                      <a:pt x="1986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34"/>
              <p:cNvSpPr/>
              <p:nvPr/>
            </p:nvSpPr>
            <p:spPr>
              <a:xfrm>
                <a:off x="-21070275" y="4219675"/>
                <a:ext cx="54375" cy="18150"/>
              </a:xfrm>
              <a:custGeom>
                <a:rect b="b" l="l" r="r" t="t"/>
                <a:pathLst>
                  <a:path extrusionOk="0" h="726" w="2175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828" y="725"/>
                    </a:lnTo>
                    <a:cubicBezTo>
                      <a:pt x="2017" y="725"/>
                      <a:pt x="2175" y="568"/>
                      <a:pt x="2175" y="347"/>
                    </a:cubicBezTo>
                    <a:cubicBezTo>
                      <a:pt x="2175" y="158"/>
                      <a:pt x="2017" y="1"/>
                      <a:pt x="1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34"/>
              <p:cNvSpPr/>
              <p:nvPr/>
            </p:nvSpPr>
            <p:spPr>
              <a:xfrm>
                <a:off x="-21078925" y="4171825"/>
                <a:ext cx="37025" cy="25175"/>
              </a:xfrm>
              <a:custGeom>
                <a:rect b="b" l="l" r="r" t="t"/>
                <a:pathLst>
                  <a:path extrusionOk="0" h="1007" w="1481">
                    <a:moveTo>
                      <a:pt x="1086" y="1"/>
                    </a:moveTo>
                    <a:cubicBezTo>
                      <a:pt x="1040" y="1"/>
                      <a:pt x="993" y="9"/>
                      <a:pt x="945" y="24"/>
                    </a:cubicBezTo>
                    <a:lnTo>
                      <a:pt x="284" y="308"/>
                    </a:lnTo>
                    <a:cubicBezTo>
                      <a:pt x="63" y="371"/>
                      <a:pt x="0" y="623"/>
                      <a:pt x="63" y="780"/>
                    </a:cubicBezTo>
                    <a:cubicBezTo>
                      <a:pt x="132" y="919"/>
                      <a:pt x="252" y="1006"/>
                      <a:pt x="386" y="1006"/>
                    </a:cubicBezTo>
                    <a:cubicBezTo>
                      <a:pt x="435" y="1006"/>
                      <a:pt x="485" y="995"/>
                      <a:pt x="536" y="969"/>
                    </a:cubicBezTo>
                    <a:lnTo>
                      <a:pt x="1229" y="686"/>
                    </a:lnTo>
                    <a:cubicBezTo>
                      <a:pt x="1418" y="623"/>
                      <a:pt x="1481" y="434"/>
                      <a:pt x="1418" y="213"/>
                    </a:cubicBezTo>
                    <a:cubicBezTo>
                      <a:pt x="1347" y="72"/>
                      <a:pt x="1223" y="1"/>
                      <a:pt x="10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34"/>
              <p:cNvSpPr/>
              <p:nvPr/>
            </p:nvSpPr>
            <p:spPr>
              <a:xfrm>
                <a:off x="-21294750" y="4172625"/>
                <a:ext cx="37850" cy="25150"/>
              </a:xfrm>
              <a:custGeom>
                <a:rect b="b" l="l" r="r" t="t"/>
                <a:pathLst>
                  <a:path extrusionOk="0" h="1006" w="1514">
                    <a:moveTo>
                      <a:pt x="414" y="1"/>
                    </a:moveTo>
                    <a:cubicBezTo>
                      <a:pt x="263" y="1"/>
                      <a:pt x="143" y="77"/>
                      <a:pt x="95" y="244"/>
                    </a:cubicBezTo>
                    <a:cubicBezTo>
                      <a:pt x="1" y="402"/>
                      <a:pt x="127" y="622"/>
                      <a:pt x="284" y="717"/>
                    </a:cubicBezTo>
                    <a:lnTo>
                      <a:pt x="946" y="969"/>
                    </a:lnTo>
                    <a:cubicBezTo>
                      <a:pt x="997" y="994"/>
                      <a:pt x="1050" y="1006"/>
                      <a:pt x="1101" y="1006"/>
                    </a:cubicBezTo>
                    <a:cubicBezTo>
                      <a:pt x="1242" y="1006"/>
                      <a:pt x="1372" y="918"/>
                      <a:pt x="1419" y="780"/>
                    </a:cubicBezTo>
                    <a:cubicBezTo>
                      <a:pt x="1513" y="591"/>
                      <a:pt x="1419" y="402"/>
                      <a:pt x="1230" y="307"/>
                    </a:cubicBezTo>
                    <a:lnTo>
                      <a:pt x="568" y="24"/>
                    </a:lnTo>
                    <a:cubicBezTo>
                      <a:pt x="514" y="8"/>
                      <a:pt x="463" y="1"/>
                      <a:pt x="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34"/>
              <p:cNvSpPr/>
              <p:nvPr/>
            </p:nvSpPr>
            <p:spPr>
              <a:xfrm>
                <a:off x="-21321525" y="4328375"/>
                <a:ext cx="306425" cy="34675"/>
              </a:xfrm>
              <a:custGeom>
                <a:rect b="b" l="l" r="r" t="t"/>
                <a:pathLst>
                  <a:path extrusionOk="0" h="1387" w="12257">
                    <a:moveTo>
                      <a:pt x="1844" y="0"/>
                    </a:moveTo>
                    <a:cubicBezTo>
                      <a:pt x="1403" y="0"/>
                      <a:pt x="962" y="126"/>
                      <a:pt x="568" y="378"/>
                    </a:cubicBezTo>
                    <a:cubicBezTo>
                      <a:pt x="473" y="410"/>
                      <a:pt x="379" y="504"/>
                      <a:pt x="284" y="536"/>
                    </a:cubicBezTo>
                    <a:cubicBezTo>
                      <a:pt x="95" y="630"/>
                      <a:pt x="1" y="819"/>
                      <a:pt x="95" y="1008"/>
                    </a:cubicBezTo>
                    <a:cubicBezTo>
                      <a:pt x="141" y="1147"/>
                      <a:pt x="272" y="1234"/>
                      <a:pt x="413" y="1234"/>
                    </a:cubicBezTo>
                    <a:cubicBezTo>
                      <a:pt x="464" y="1234"/>
                      <a:pt x="517" y="1223"/>
                      <a:pt x="568" y="1197"/>
                    </a:cubicBezTo>
                    <a:cubicBezTo>
                      <a:pt x="725" y="1166"/>
                      <a:pt x="883" y="1103"/>
                      <a:pt x="1009" y="1008"/>
                    </a:cubicBezTo>
                    <a:cubicBezTo>
                      <a:pt x="1261" y="835"/>
                      <a:pt x="1560" y="748"/>
                      <a:pt x="1863" y="748"/>
                    </a:cubicBezTo>
                    <a:cubicBezTo>
                      <a:pt x="2167" y="748"/>
                      <a:pt x="2474" y="835"/>
                      <a:pt x="2742" y="1008"/>
                    </a:cubicBezTo>
                    <a:cubicBezTo>
                      <a:pt x="3135" y="1260"/>
                      <a:pt x="3577" y="1386"/>
                      <a:pt x="4014" y="1386"/>
                    </a:cubicBezTo>
                    <a:cubicBezTo>
                      <a:pt x="4451" y="1386"/>
                      <a:pt x="4884" y="1260"/>
                      <a:pt x="5262" y="1008"/>
                    </a:cubicBezTo>
                    <a:cubicBezTo>
                      <a:pt x="5514" y="835"/>
                      <a:pt x="5813" y="748"/>
                      <a:pt x="6117" y="748"/>
                    </a:cubicBezTo>
                    <a:cubicBezTo>
                      <a:pt x="6420" y="748"/>
                      <a:pt x="6727" y="835"/>
                      <a:pt x="6995" y="1008"/>
                    </a:cubicBezTo>
                    <a:cubicBezTo>
                      <a:pt x="7389" y="1260"/>
                      <a:pt x="7830" y="1386"/>
                      <a:pt x="8267" y="1386"/>
                    </a:cubicBezTo>
                    <a:cubicBezTo>
                      <a:pt x="8704" y="1386"/>
                      <a:pt x="9137" y="1260"/>
                      <a:pt x="9515" y="1008"/>
                    </a:cubicBezTo>
                    <a:cubicBezTo>
                      <a:pt x="9767" y="835"/>
                      <a:pt x="10067" y="748"/>
                      <a:pt x="10374" y="748"/>
                    </a:cubicBezTo>
                    <a:cubicBezTo>
                      <a:pt x="10681" y="748"/>
                      <a:pt x="10996" y="835"/>
                      <a:pt x="11279" y="1008"/>
                    </a:cubicBezTo>
                    <a:cubicBezTo>
                      <a:pt x="11437" y="1103"/>
                      <a:pt x="11563" y="1166"/>
                      <a:pt x="11721" y="1260"/>
                    </a:cubicBezTo>
                    <a:cubicBezTo>
                      <a:pt x="11766" y="1276"/>
                      <a:pt x="11812" y="1284"/>
                      <a:pt x="11857" y="1284"/>
                    </a:cubicBezTo>
                    <a:cubicBezTo>
                      <a:pt x="11996" y="1284"/>
                      <a:pt x="12122" y="1207"/>
                      <a:pt x="12193" y="1040"/>
                    </a:cubicBezTo>
                    <a:cubicBezTo>
                      <a:pt x="12256" y="819"/>
                      <a:pt x="12193" y="567"/>
                      <a:pt x="11973" y="536"/>
                    </a:cubicBezTo>
                    <a:cubicBezTo>
                      <a:pt x="11878" y="504"/>
                      <a:pt x="11784" y="473"/>
                      <a:pt x="11658" y="378"/>
                    </a:cubicBezTo>
                    <a:cubicBezTo>
                      <a:pt x="11264" y="126"/>
                      <a:pt x="10823" y="0"/>
                      <a:pt x="10382" y="0"/>
                    </a:cubicBezTo>
                    <a:cubicBezTo>
                      <a:pt x="9941" y="0"/>
                      <a:pt x="9499" y="126"/>
                      <a:pt x="9106" y="378"/>
                    </a:cubicBezTo>
                    <a:cubicBezTo>
                      <a:pt x="8854" y="552"/>
                      <a:pt x="8546" y="638"/>
                      <a:pt x="8239" y="638"/>
                    </a:cubicBezTo>
                    <a:cubicBezTo>
                      <a:pt x="7932" y="638"/>
                      <a:pt x="7625" y="552"/>
                      <a:pt x="7373" y="378"/>
                    </a:cubicBezTo>
                    <a:cubicBezTo>
                      <a:pt x="6979" y="126"/>
                      <a:pt x="6538" y="0"/>
                      <a:pt x="6101" y="0"/>
                    </a:cubicBezTo>
                    <a:cubicBezTo>
                      <a:pt x="5664" y="0"/>
                      <a:pt x="5231" y="126"/>
                      <a:pt x="4852" y="378"/>
                    </a:cubicBezTo>
                    <a:cubicBezTo>
                      <a:pt x="4600" y="552"/>
                      <a:pt x="4293" y="638"/>
                      <a:pt x="3986" y="638"/>
                    </a:cubicBezTo>
                    <a:cubicBezTo>
                      <a:pt x="3679" y="638"/>
                      <a:pt x="3372" y="552"/>
                      <a:pt x="3120" y="378"/>
                    </a:cubicBezTo>
                    <a:cubicBezTo>
                      <a:pt x="2726" y="126"/>
                      <a:pt x="2285" y="0"/>
                      <a:pt x="1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34"/>
              <p:cNvSpPr/>
              <p:nvPr/>
            </p:nvSpPr>
            <p:spPr>
              <a:xfrm>
                <a:off x="-21321525" y="4292150"/>
                <a:ext cx="306425" cy="34675"/>
              </a:xfrm>
              <a:custGeom>
                <a:rect b="b" l="l" r="r" t="t"/>
                <a:pathLst>
                  <a:path extrusionOk="0" h="1387" w="12257">
                    <a:moveTo>
                      <a:pt x="1844" y="0"/>
                    </a:moveTo>
                    <a:cubicBezTo>
                      <a:pt x="1403" y="0"/>
                      <a:pt x="962" y="126"/>
                      <a:pt x="568" y="378"/>
                    </a:cubicBezTo>
                    <a:cubicBezTo>
                      <a:pt x="473" y="410"/>
                      <a:pt x="379" y="504"/>
                      <a:pt x="284" y="536"/>
                    </a:cubicBezTo>
                    <a:cubicBezTo>
                      <a:pt x="95" y="599"/>
                      <a:pt x="1" y="819"/>
                      <a:pt x="95" y="1008"/>
                    </a:cubicBezTo>
                    <a:cubicBezTo>
                      <a:pt x="141" y="1147"/>
                      <a:pt x="272" y="1234"/>
                      <a:pt x="413" y="1234"/>
                    </a:cubicBezTo>
                    <a:cubicBezTo>
                      <a:pt x="464" y="1234"/>
                      <a:pt x="517" y="1223"/>
                      <a:pt x="568" y="1197"/>
                    </a:cubicBezTo>
                    <a:cubicBezTo>
                      <a:pt x="725" y="1166"/>
                      <a:pt x="883" y="1071"/>
                      <a:pt x="1009" y="1008"/>
                    </a:cubicBezTo>
                    <a:cubicBezTo>
                      <a:pt x="1261" y="835"/>
                      <a:pt x="1560" y="748"/>
                      <a:pt x="1863" y="748"/>
                    </a:cubicBezTo>
                    <a:cubicBezTo>
                      <a:pt x="2167" y="748"/>
                      <a:pt x="2474" y="835"/>
                      <a:pt x="2742" y="1008"/>
                    </a:cubicBezTo>
                    <a:cubicBezTo>
                      <a:pt x="3135" y="1260"/>
                      <a:pt x="3577" y="1386"/>
                      <a:pt x="4014" y="1386"/>
                    </a:cubicBezTo>
                    <a:cubicBezTo>
                      <a:pt x="4451" y="1386"/>
                      <a:pt x="4884" y="1260"/>
                      <a:pt x="5262" y="1008"/>
                    </a:cubicBezTo>
                    <a:cubicBezTo>
                      <a:pt x="5514" y="835"/>
                      <a:pt x="5813" y="748"/>
                      <a:pt x="6117" y="748"/>
                    </a:cubicBezTo>
                    <a:cubicBezTo>
                      <a:pt x="6420" y="748"/>
                      <a:pt x="6727" y="835"/>
                      <a:pt x="6995" y="1008"/>
                    </a:cubicBezTo>
                    <a:cubicBezTo>
                      <a:pt x="7389" y="1260"/>
                      <a:pt x="7830" y="1386"/>
                      <a:pt x="8267" y="1386"/>
                    </a:cubicBezTo>
                    <a:cubicBezTo>
                      <a:pt x="8704" y="1386"/>
                      <a:pt x="9137" y="1260"/>
                      <a:pt x="9515" y="1008"/>
                    </a:cubicBezTo>
                    <a:cubicBezTo>
                      <a:pt x="9767" y="835"/>
                      <a:pt x="10067" y="748"/>
                      <a:pt x="10374" y="748"/>
                    </a:cubicBezTo>
                    <a:cubicBezTo>
                      <a:pt x="10681" y="748"/>
                      <a:pt x="10996" y="835"/>
                      <a:pt x="11279" y="1008"/>
                    </a:cubicBezTo>
                    <a:cubicBezTo>
                      <a:pt x="11437" y="1071"/>
                      <a:pt x="11563" y="1166"/>
                      <a:pt x="11721" y="1229"/>
                    </a:cubicBezTo>
                    <a:cubicBezTo>
                      <a:pt x="11771" y="1254"/>
                      <a:pt x="11822" y="1266"/>
                      <a:pt x="11871" y="1266"/>
                    </a:cubicBezTo>
                    <a:cubicBezTo>
                      <a:pt x="12004" y="1266"/>
                      <a:pt x="12124" y="1178"/>
                      <a:pt x="12193" y="1040"/>
                    </a:cubicBezTo>
                    <a:cubicBezTo>
                      <a:pt x="12256" y="819"/>
                      <a:pt x="12193" y="599"/>
                      <a:pt x="11973" y="536"/>
                    </a:cubicBezTo>
                    <a:cubicBezTo>
                      <a:pt x="11878" y="504"/>
                      <a:pt x="11784" y="441"/>
                      <a:pt x="11658" y="378"/>
                    </a:cubicBezTo>
                    <a:cubicBezTo>
                      <a:pt x="11264" y="126"/>
                      <a:pt x="10823" y="0"/>
                      <a:pt x="10382" y="0"/>
                    </a:cubicBezTo>
                    <a:cubicBezTo>
                      <a:pt x="9941" y="0"/>
                      <a:pt x="9499" y="126"/>
                      <a:pt x="9106" y="378"/>
                    </a:cubicBezTo>
                    <a:cubicBezTo>
                      <a:pt x="8854" y="551"/>
                      <a:pt x="8546" y="638"/>
                      <a:pt x="8239" y="638"/>
                    </a:cubicBezTo>
                    <a:cubicBezTo>
                      <a:pt x="7932" y="638"/>
                      <a:pt x="7625" y="551"/>
                      <a:pt x="7373" y="378"/>
                    </a:cubicBezTo>
                    <a:cubicBezTo>
                      <a:pt x="6979" y="126"/>
                      <a:pt x="6538" y="0"/>
                      <a:pt x="6101" y="0"/>
                    </a:cubicBezTo>
                    <a:cubicBezTo>
                      <a:pt x="5664" y="0"/>
                      <a:pt x="5231" y="126"/>
                      <a:pt x="4852" y="378"/>
                    </a:cubicBezTo>
                    <a:cubicBezTo>
                      <a:pt x="4600" y="551"/>
                      <a:pt x="4293" y="638"/>
                      <a:pt x="3986" y="638"/>
                    </a:cubicBezTo>
                    <a:cubicBezTo>
                      <a:pt x="3679" y="638"/>
                      <a:pt x="3372" y="551"/>
                      <a:pt x="3120" y="378"/>
                    </a:cubicBezTo>
                    <a:cubicBezTo>
                      <a:pt x="2726" y="126"/>
                      <a:pt x="2285" y="0"/>
                      <a:pt x="1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34"/>
              <p:cNvSpPr/>
              <p:nvPr/>
            </p:nvSpPr>
            <p:spPr>
              <a:xfrm>
                <a:off x="-21322300" y="4148000"/>
                <a:ext cx="307200" cy="143375"/>
              </a:xfrm>
              <a:custGeom>
                <a:rect b="b" l="l" r="r" t="t"/>
                <a:pathLst>
                  <a:path extrusionOk="0" h="5735" w="12288">
                    <a:moveTo>
                      <a:pt x="6175" y="1"/>
                    </a:moveTo>
                    <a:cubicBezTo>
                      <a:pt x="4411" y="1"/>
                      <a:pt x="2962" y="1450"/>
                      <a:pt x="2962" y="3214"/>
                    </a:cubicBezTo>
                    <a:cubicBezTo>
                      <a:pt x="2962" y="3813"/>
                      <a:pt x="3151" y="4380"/>
                      <a:pt x="3434" y="4884"/>
                    </a:cubicBezTo>
                    <a:cubicBezTo>
                      <a:pt x="3308" y="4852"/>
                      <a:pt x="3245" y="4789"/>
                      <a:pt x="3119" y="4726"/>
                    </a:cubicBezTo>
                    <a:cubicBezTo>
                      <a:pt x="2725" y="4474"/>
                      <a:pt x="2284" y="4348"/>
                      <a:pt x="1843" y="4348"/>
                    </a:cubicBezTo>
                    <a:cubicBezTo>
                      <a:pt x="1402" y="4348"/>
                      <a:pt x="961" y="4474"/>
                      <a:pt x="567" y="4726"/>
                    </a:cubicBezTo>
                    <a:cubicBezTo>
                      <a:pt x="473" y="4758"/>
                      <a:pt x="347" y="4852"/>
                      <a:pt x="284" y="4884"/>
                    </a:cubicBezTo>
                    <a:cubicBezTo>
                      <a:pt x="95" y="4947"/>
                      <a:pt x="0" y="5167"/>
                      <a:pt x="95" y="5356"/>
                    </a:cubicBezTo>
                    <a:cubicBezTo>
                      <a:pt x="141" y="5495"/>
                      <a:pt x="255" y="5583"/>
                      <a:pt x="399" y="5583"/>
                    </a:cubicBezTo>
                    <a:cubicBezTo>
                      <a:pt x="451" y="5583"/>
                      <a:pt x="508" y="5571"/>
                      <a:pt x="567" y="5545"/>
                    </a:cubicBezTo>
                    <a:cubicBezTo>
                      <a:pt x="725" y="5514"/>
                      <a:pt x="882" y="5419"/>
                      <a:pt x="977" y="5356"/>
                    </a:cubicBezTo>
                    <a:cubicBezTo>
                      <a:pt x="1245" y="5183"/>
                      <a:pt x="1552" y="5097"/>
                      <a:pt x="1855" y="5097"/>
                    </a:cubicBezTo>
                    <a:cubicBezTo>
                      <a:pt x="2158" y="5097"/>
                      <a:pt x="2458" y="5183"/>
                      <a:pt x="2710" y="5356"/>
                    </a:cubicBezTo>
                    <a:cubicBezTo>
                      <a:pt x="3103" y="5608"/>
                      <a:pt x="3552" y="5735"/>
                      <a:pt x="3993" y="5735"/>
                    </a:cubicBezTo>
                    <a:cubicBezTo>
                      <a:pt x="4435" y="5735"/>
                      <a:pt x="4868" y="5608"/>
                      <a:pt x="5230" y="5356"/>
                    </a:cubicBezTo>
                    <a:cubicBezTo>
                      <a:pt x="5498" y="5183"/>
                      <a:pt x="5805" y="5097"/>
                      <a:pt x="6108" y="5097"/>
                    </a:cubicBezTo>
                    <a:cubicBezTo>
                      <a:pt x="6411" y="5097"/>
                      <a:pt x="6711" y="5183"/>
                      <a:pt x="6963" y="5356"/>
                    </a:cubicBezTo>
                    <a:cubicBezTo>
                      <a:pt x="7341" y="5608"/>
                      <a:pt x="7790" y="5735"/>
                      <a:pt x="8235" y="5735"/>
                    </a:cubicBezTo>
                    <a:cubicBezTo>
                      <a:pt x="8680" y="5735"/>
                      <a:pt x="9121" y="5608"/>
                      <a:pt x="9483" y="5356"/>
                    </a:cubicBezTo>
                    <a:cubicBezTo>
                      <a:pt x="9751" y="5183"/>
                      <a:pt x="10058" y="5097"/>
                      <a:pt x="10369" y="5097"/>
                    </a:cubicBezTo>
                    <a:cubicBezTo>
                      <a:pt x="10680" y="5097"/>
                      <a:pt x="10995" y="5183"/>
                      <a:pt x="11279" y="5356"/>
                    </a:cubicBezTo>
                    <a:cubicBezTo>
                      <a:pt x="11437" y="5419"/>
                      <a:pt x="11531" y="5514"/>
                      <a:pt x="11689" y="5577"/>
                    </a:cubicBezTo>
                    <a:cubicBezTo>
                      <a:pt x="11748" y="5602"/>
                      <a:pt x="11804" y="5614"/>
                      <a:pt x="11857" y="5614"/>
                    </a:cubicBezTo>
                    <a:cubicBezTo>
                      <a:pt x="12001" y="5614"/>
                      <a:pt x="12115" y="5526"/>
                      <a:pt x="12161" y="5388"/>
                    </a:cubicBezTo>
                    <a:cubicBezTo>
                      <a:pt x="12287" y="5167"/>
                      <a:pt x="12224" y="4947"/>
                      <a:pt x="12004" y="4884"/>
                    </a:cubicBezTo>
                    <a:cubicBezTo>
                      <a:pt x="11909" y="4852"/>
                      <a:pt x="11815" y="4789"/>
                      <a:pt x="11689" y="4726"/>
                    </a:cubicBezTo>
                    <a:cubicBezTo>
                      <a:pt x="11295" y="4474"/>
                      <a:pt x="10854" y="4348"/>
                      <a:pt x="10413" y="4348"/>
                    </a:cubicBezTo>
                    <a:cubicBezTo>
                      <a:pt x="9972" y="4348"/>
                      <a:pt x="9530" y="4474"/>
                      <a:pt x="9137" y="4726"/>
                    </a:cubicBezTo>
                    <a:lnTo>
                      <a:pt x="8916" y="4852"/>
                    </a:lnTo>
                    <a:cubicBezTo>
                      <a:pt x="9168" y="4380"/>
                      <a:pt x="9389" y="3781"/>
                      <a:pt x="9389" y="3214"/>
                    </a:cubicBezTo>
                    <a:cubicBezTo>
                      <a:pt x="9389" y="1450"/>
                      <a:pt x="7971" y="1"/>
                      <a:pt x="6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9" name="Google Shape;81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5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grpSp>
        <p:nvGrpSpPr>
          <p:cNvPr id="822" name="Google Shape;822;p35"/>
          <p:cNvGrpSpPr/>
          <p:nvPr/>
        </p:nvGrpSpPr>
        <p:grpSpPr>
          <a:xfrm>
            <a:off x="-1087539" y="199767"/>
            <a:ext cx="2170507" cy="2170507"/>
            <a:chOff x="4008240" y="1896120"/>
            <a:chExt cx="1703160" cy="1703160"/>
          </a:xfrm>
        </p:grpSpPr>
        <p:sp>
          <p:nvSpPr>
            <p:cNvPr id="823" name="Google Shape;823;p35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35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35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5" name="Google Shape;835;p35"/>
          <p:cNvSpPr/>
          <p:nvPr/>
        </p:nvSpPr>
        <p:spPr>
          <a:xfrm>
            <a:off x="-183050" y="-91408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5"/>
          <p:cNvSpPr/>
          <p:nvPr/>
        </p:nvSpPr>
        <p:spPr>
          <a:xfrm flipH="1" rot="9085730">
            <a:off x="8682296" y="-755568"/>
            <a:ext cx="1815073" cy="1815073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7" name="Google Shape;837;p35"/>
          <p:cNvGrpSpPr/>
          <p:nvPr/>
        </p:nvGrpSpPr>
        <p:grpSpPr>
          <a:xfrm>
            <a:off x="2822725" y="4704650"/>
            <a:ext cx="958167" cy="239549"/>
            <a:chOff x="7380000" y="1200450"/>
            <a:chExt cx="958167" cy="239549"/>
          </a:xfrm>
        </p:grpSpPr>
        <p:sp>
          <p:nvSpPr>
            <p:cNvPr id="838" name="Google Shape;838;p35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35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35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35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35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35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6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grpSp>
        <p:nvGrpSpPr>
          <p:cNvPr id="847" name="Google Shape;847;p36"/>
          <p:cNvGrpSpPr/>
          <p:nvPr/>
        </p:nvGrpSpPr>
        <p:grpSpPr>
          <a:xfrm>
            <a:off x="-1178652" y="999979"/>
            <a:ext cx="2170507" cy="2170507"/>
            <a:chOff x="4008240" y="1896120"/>
            <a:chExt cx="1703160" cy="1703160"/>
          </a:xfrm>
        </p:grpSpPr>
        <p:sp>
          <p:nvSpPr>
            <p:cNvPr id="848" name="Google Shape;848;p36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" name="Google Shape;860;p36"/>
          <p:cNvSpPr/>
          <p:nvPr/>
        </p:nvSpPr>
        <p:spPr>
          <a:xfrm>
            <a:off x="-159412" y="-201698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6"/>
          <p:cNvSpPr/>
          <p:nvPr/>
        </p:nvSpPr>
        <p:spPr>
          <a:xfrm>
            <a:off x="8329038" y="145119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6"/>
          <p:cNvSpPr/>
          <p:nvPr/>
        </p:nvSpPr>
        <p:spPr>
          <a:xfrm>
            <a:off x="8513235" y="226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ONLY_3"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7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66" name="Google Shape;866;p37"/>
          <p:cNvSpPr txBox="1"/>
          <p:nvPr>
            <p:ph idx="1" type="subTitle"/>
          </p:nvPr>
        </p:nvSpPr>
        <p:spPr>
          <a:xfrm>
            <a:off x="3436174" y="3162275"/>
            <a:ext cx="22716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867" name="Google Shape;867;p37"/>
          <p:cNvSpPr txBox="1"/>
          <p:nvPr>
            <p:ph idx="2" type="subTitle"/>
          </p:nvPr>
        </p:nvSpPr>
        <p:spPr>
          <a:xfrm>
            <a:off x="3436169" y="3627636"/>
            <a:ext cx="2271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68" name="Google Shape;868;p37"/>
          <p:cNvSpPr txBox="1"/>
          <p:nvPr>
            <p:ph idx="3" type="subTitle"/>
          </p:nvPr>
        </p:nvSpPr>
        <p:spPr>
          <a:xfrm>
            <a:off x="6159075" y="3162275"/>
            <a:ext cx="22716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869" name="Google Shape;869;p37"/>
          <p:cNvSpPr txBox="1"/>
          <p:nvPr>
            <p:ph idx="4" type="subTitle"/>
          </p:nvPr>
        </p:nvSpPr>
        <p:spPr>
          <a:xfrm>
            <a:off x="6159073" y="3627672"/>
            <a:ext cx="2271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70" name="Google Shape;870;p37"/>
          <p:cNvSpPr txBox="1"/>
          <p:nvPr>
            <p:ph idx="5" type="subTitle"/>
          </p:nvPr>
        </p:nvSpPr>
        <p:spPr>
          <a:xfrm>
            <a:off x="738276" y="3162275"/>
            <a:ext cx="22716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871" name="Google Shape;871;p37"/>
          <p:cNvSpPr txBox="1"/>
          <p:nvPr>
            <p:ph idx="6" type="subTitle"/>
          </p:nvPr>
        </p:nvSpPr>
        <p:spPr>
          <a:xfrm>
            <a:off x="738275" y="3627600"/>
            <a:ext cx="2271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72" name="Google Shape;872;p37"/>
          <p:cNvSpPr/>
          <p:nvPr>
            <p:ph idx="7" type="pic"/>
          </p:nvPr>
        </p:nvSpPr>
        <p:spPr>
          <a:xfrm>
            <a:off x="1071575" y="1447500"/>
            <a:ext cx="1605000" cy="160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3" name="Google Shape;873;p37"/>
          <p:cNvSpPr/>
          <p:nvPr>
            <p:ph idx="8" type="pic"/>
          </p:nvPr>
        </p:nvSpPr>
        <p:spPr>
          <a:xfrm>
            <a:off x="3769475" y="1447500"/>
            <a:ext cx="1605000" cy="160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4" name="Google Shape;874;p37"/>
          <p:cNvSpPr/>
          <p:nvPr>
            <p:ph idx="9" type="pic"/>
          </p:nvPr>
        </p:nvSpPr>
        <p:spPr>
          <a:xfrm>
            <a:off x="6492375" y="1447500"/>
            <a:ext cx="1605000" cy="160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5" name="Google Shape;875;p37"/>
          <p:cNvSpPr/>
          <p:nvPr/>
        </p:nvSpPr>
        <p:spPr>
          <a:xfrm flipH="1">
            <a:off x="-816715" y="384474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7"/>
          <p:cNvSpPr/>
          <p:nvPr/>
        </p:nvSpPr>
        <p:spPr>
          <a:xfrm flipH="1">
            <a:off x="233470" y="4459623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7" name="Google Shape;877;p37"/>
          <p:cNvGrpSpPr/>
          <p:nvPr/>
        </p:nvGrpSpPr>
        <p:grpSpPr>
          <a:xfrm flipH="1">
            <a:off x="8524878" y="639979"/>
            <a:ext cx="2170507" cy="2170507"/>
            <a:chOff x="4008240" y="1896120"/>
            <a:chExt cx="1703160" cy="1703160"/>
          </a:xfrm>
        </p:grpSpPr>
        <p:sp>
          <p:nvSpPr>
            <p:cNvPr id="878" name="Google Shape;878;p37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37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7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7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7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37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7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37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0" name="Google Shape;890;p37"/>
          <p:cNvSpPr/>
          <p:nvPr/>
        </p:nvSpPr>
        <p:spPr>
          <a:xfrm flipH="1">
            <a:off x="8097373" y="-561698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7"/>
          <p:cNvSpPr/>
          <p:nvPr/>
        </p:nvSpPr>
        <p:spPr>
          <a:xfrm>
            <a:off x="233479" y="224313"/>
            <a:ext cx="751800" cy="751800"/>
          </a:xfrm>
          <a:prstGeom prst="ellipse">
            <a:avLst/>
          </a:prstGeom>
          <a:solidFill>
            <a:srgbClr val="D7E4E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999999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ay"/>
              <a:ea typeface="Cambay"/>
              <a:cs typeface="Cambay"/>
              <a:sym typeface="Cambay"/>
            </a:endParaRPr>
          </a:p>
        </p:txBody>
      </p:sp>
      <p:grpSp>
        <p:nvGrpSpPr>
          <p:cNvPr id="892" name="Google Shape;892;p37"/>
          <p:cNvGrpSpPr/>
          <p:nvPr/>
        </p:nvGrpSpPr>
        <p:grpSpPr>
          <a:xfrm>
            <a:off x="438828" y="430592"/>
            <a:ext cx="341101" cy="339253"/>
            <a:chOff x="1535000" y="3223325"/>
            <a:chExt cx="484450" cy="481825"/>
          </a:xfrm>
        </p:grpSpPr>
        <p:sp>
          <p:nvSpPr>
            <p:cNvPr id="893" name="Google Shape;893;p37"/>
            <p:cNvSpPr/>
            <p:nvPr/>
          </p:nvSpPr>
          <p:spPr>
            <a:xfrm>
              <a:off x="1760150" y="3308225"/>
              <a:ext cx="143825" cy="140600"/>
            </a:xfrm>
            <a:custGeom>
              <a:rect b="b" l="l" r="r" t="t"/>
              <a:pathLst>
                <a:path extrusionOk="0" h="5624" w="5753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4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629" y="3208"/>
                    <a:pt x="5752" y="3012"/>
                    <a:pt x="5752" y="2798"/>
                  </a:cubicBezTo>
                  <a:cubicBezTo>
                    <a:pt x="5752" y="2585"/>
                    <a:pt x="5632" y="2389"/>
                    <a:pt x="5439" y="2295"/>
                  </a:cubicBezTo>
                  <a:lnTo>
                    <a:pt x="4102" y="1627"/>
                  </a:lnTo>
                  <a:lnTo>
                    <a:pt x="3434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" name="Google Shape;894;p37"/>
            <p:cNvSpPr/>
            <p:nvPr/>
          </p:nvSpPr>
          <p:spPr>
            <a:xfrm>
              <a:off x="1873075" y="3421150"/>
              <a:ext cx="146375" cy="140600"/>
            </a:xfrm>
            <a:custGeom>
              <a:rect b="b" l="l" r="r" t="t"/>
              <a:pathLst>
                <a:path extrusionOk="0" h="5624" w="5855">
                  <a:moveTo>
                    <a:pt x="2928" y="0"/>
                  </a:moveTo>
                  <a:cubicBezTo>
                    <a:pt x="2723" y="0"/>
                    <a:pt x="2518" y="96"/>
                    <a:pt x="2422" y="287"/>
                  </a:cubicBezTo>
                  <a:lnTo>
                    <a:pt x="1756" y="1627"/>
                  </a:lnTo>
                  <a:lnTo>
                    <a:pt x="416" y="2295"/>
                  </a:lnTo>
                  <a:cubicBezTo>
                    <a:pt x="1" y="2503"/>
                    <a:pt x="1" y="3096"/>
                    <a:pt x="416" y="3304"/>
                  </a:cubicBezTo>
                  <a:lnTo>
                    <a:pt x="1756" y="3973"/>
                  </a:lnTo>
                  <a:lnTo>
                    <a:pt x="2422" y="5310"/>
                  </a:lnTo>
                  <a:cubicBezTo>
                    <a:pt x="2526" y="5519"/>
                    <a:pt x="2727" y="5624"/>
                    <a:pt x="2928" y="5624"/>
                  </a:cubicBezTo>
                  <a:cubicBezTo>
                    <a:pt x="3129" y="5624"/>
                    <a:pt x="3330" y="5519"/>
                    <a:pt x="3433" y="5310"/>
                  </a:cubicBezTo>
                  <a:lnTo>
                    <a:pt x="4102" y="3973"/>
                  </a:lnTo>
                  <a:lnTo>
                    <a:pt x="5439" y="3304"/>
                  </a:lnTo>
                  <a:cubicBezTo>
                    <a:pt x="5854" y="3096"/>
                    <a:pt x="5854" y="2503"/>
                    <a:pt x="5439" y="2295"/>
                  </a:cubicBezTo>
                  <a:lnTo>
                    <a:pt x="4102" y="1627"/>
                  </a:lnTo>
                  <a:lnTo>
                    <a:pt x="3433" y="287"/>
                  </a:lnTo>
                  <a:cubicBezTo>
                    <a:pt x="3337" y="96"/>
                    <a:pt x="3132" y="0"/>
                    <a:pt x="2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5" name="Google Shape;895;p37"/>
            <p:cNvSpPr/>
            <p:nvPr/>
          </p:nvSpPr>
          <p:spPr>
            <a:xfrm>
              <a:off x="1535000" y="3223325"/>
              <a:ext cx="406450" cy="481825"/>
            </a:xfrm>
            <a:custGeom>
              <a:rect b="b" l="l" r="r" t="t"/>
              <a:pathLst>
                <a:path extrusionOk="0" h="19273" w="16258">
                  <a:moveTo>
                    <a:pt x="9660" y="0"/>
                  </a:moveTo>
                  <a:cubicBezTo>
                    <a:pt x="4399" y="0"/>
                    <a:pt x="0" y="4351"/>
                    <a:pt x="0" y="9636"/>
                  </a:cubicBezTo>
                  <a:cubicBezTo>
                    <a:pt x="0" y="14927"/>
                    <a:pt x="4381" y="19272"/>
                    <a:pt x="9675" y="19272"/>
                  </a:cubicBezTo>
                  <a:cubicBezTo>
                    <a:pt x="12012" y="19269"/>
                    <a:pt x="14270" y="18411"/>
                    <a:pt x="16023" y="16860"/>
                  </a:cubicBezTo>
                  <a:cubicBezTo>
                    <a:pt x="16195" y="16707"/>
                    <a:pt x="16258" y="16463"/>
                    <a:pt x="16176" y="16243"/>
                  </a:cubicBezTo>
                  <a:cubicBezTo>
                    <a:pt x="16098" y="16026"/>
                    <a:pt x="15893" y="15879"/>
                    <a:pt x="15662" y="15872"/>
                  </a:cubicBezTo>
                  <a:cubicBezTo>
                    <a:pt x="11352" y="15752"/>
                    <a:pt x="7980" y="12250"/>
                    <a:pt x="7980" y="7941"/>
                  </a:cubicBezTo>
                  <a:cubicBezTo>
                    <a:pt x="7974" y="5207"/>
                    <a:pt x="9380" y="2662"/>
                    <a:pt x="11696" y="1211"/>
                  </a:cubicBezTo>
                  <a:cubicBezTo>
                    <a:pt x="12129" y="937"/>
                    <a:pt x="12006" y="274"/>
                    <a:pt x="11503" y="178"/>
                  </a:cubicBezTo>
                  <a:cubicBezTo>
                    <a:pt x="10881" y="58"/>
                    <a:pt x="10265" y="0"/>
                    <a:pt x="9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6" name="Google Shape;89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8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grpSp>
        <p:nvGrpSpPr>
          <p:cNvPr id="899" name="Google Shape;899;p38"/>
          <p:cNvGrpSpPr/>
          <p:nvPr/>
        </p:nvGrpSpPr>
        <p:grpSpPr>
          <a:xfrm>
            <a:off x="-1125927" y="-247171"/>
            <a:ext cx="2170507" cy="2170507"/>
            <a:chOff x="4008240" y="1896120"/>
            <a:chExt cx="1703160" cy="1703160"/>
          </a:xfrm>
        </p:grpSpPr>
        <p:sp>
          <p:nvSpPr>
            <p:cNvPr id="900" name="Google Shape;900;p38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8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8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8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8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8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38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8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8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2" name="Google Shape;912;p38"/>
          <p:cNvSpPr/>
          <p:nvPr/>
        </p:nvSpPr>
        <p:spPr>
          <a:xfrm>
            <a:off x="-909187" y="178236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8"/>
          <p:cNvSpPr/>
          <p:nvPr/>
        </p:nvSpPr>
        <p:spPr>
          <a:xfrm flipH="1">
            <a:off x="8485098" y="702677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9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17" name="Google Shape;917;p39"/>
          <p:cNvSpPr/>
          <p:nvPr/>
        </p:nvSpPr>
        <p:spPr>
          <a:xfrm>
            <a:off x="8464038" y="399369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9"/>
          <p:cNvSpPr/>
          <p:nvPr/>
        </p:nvSpPr>
        <p:spPr>
          <a:xfrm>
            <a:off x="7320785" y="4608573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39"/>
          <p:cNvGrpSpPr/>
          <p:nvPr/>
        </p:nvGrpSpPr>
        <p:grpSpPr>
          <a:xfrm>
            <a:off x="-1351152" y="437479"/>
            <a:ext cx="2170507" cy="2170507"/>
            <a:chOff x="4008240" y="1896120"/>
            <a:chExt cx="1703160" cy="1703160"/>
          </a:xfrm>
        </p:grpSpPr>
        <p:sp>
          <p:nvSpPr>
            <p:cNvPr id="920" name="Google Shape;920;p39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9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9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9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9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9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9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9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2" name="Google Shape;932;p39"/>
          <p:cNvSpPr/>
          <p:nvPr/>
        </p:nvSpPr>
        <p:spPr>
          <a:xfrm>
            <a:off x="-331912" y="-764198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7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0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36" name="Google Shape;936;p40"/>
          <p:cNvSpPr/>
          <p:nvPr/>
        </p:nvSpPr>
        <p:spPr>
          <a:xfrm>
            <a:off x="8307738" y="-66433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" name="Google Shape;937;p40"/>
          <p:cNvGrpSpPr/>
          <p:nvPr/>
        </p:nvGrpSpPr>
        <p:grpSpPr>
          <a:xfrm>
            <a:off x="-1546152" y="3720654"/>
            <a:ext cx="2170507" cy="2170507"/>
            <a:chOff x="4008240" y="1896120"/>
            <a:chExt cx="1703160" cy="1703160"/>
          </a:xfrm>
        </p:grpSpPr>
        <p:sp>
          <p:nvSpPr>
            <p:cNvPr id="938" name="Google Shape;938;p40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0" name="Google Shape;950;p40"/>
          <p:cNvSpPr/>
          <p:nvPr/>
        </p:nvSpPr>
        <p:spPr>
          <a:xfrm>
            <a:off x="7021935" y="-101316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ONLY_8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1"/>
          <p:cNvSpPr txBox="1"/>
          <p:nvPr>
            <p:ph type="title"/>
          </p:nvPr>
        </p:nvSpPr>
        <p:spPr>
          <a:xfrm>
            <a:off x="713225" y="544425"/>
            <a:ext cx="49773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54" name="Google Shape;954;p41"/>
          <p:cNvSpPr txBox="1"/>
          <p:nvPr>
            <p:ph idx="1" type="body"/>
          </p:nvPr>
        </p:nvSpPr>
        <p:spPr>
          <a:xfrm>
            <a:off x="713225" y="1350800"/>
            <a:ext cx="5484900" cy="28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5" name="Google Shape;955;p41"/>
          <p:cNvSpPr/>
          <p:nvPr/>
        </p:nvSpPr>
        <p:spPr>
          <a:xfrm flipH="1" rot="9085730">
            <a:off x="8391021" y="-263043"/>
            <a:ext cx="1815073" cy="1815073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1"/>
          <p:cNvSpPr/>
          <p:nvPr/>
        </p:nvSpPr>
        <p:spPr>
          <a:xfrm flipH="1" rot="9085727">
            <a:off x="7347034" y="-619031"/>
            <a:ext cx="1671838" cy="1671838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" name="Google Shape;957;p41"/>
          <p:cNvGrpSpPr/>
          <p:nvPr/>
        </p:nvGrpSpPr>
        <p:grpSpPr>
          <a:xfrm>
            <a:off x="7146348" y="3737479"/>
            <a:ext cx="2170507" cy="2170507"/>
            <a:chOff x="4008240" y="1896120"/>
            <a:chExt cx="1703160" cy="1703160"/>
          </a:xfrm>
        </p:grpSpPr>
        <p:sp>
          <p:nvSpPr>
            <p:cNvPr id="958" name="Google Shape;958;p41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41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41"/>
          <p:cNvSpPr/>
          <p:nvPr/>
        </p:nvSpPr>
        <p:spPr>
          <a:xfrm>
            <a:off x="5936538" y="439580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1"/>
          <p:cNvSpPr/>
          <p:nvPr/>
        </p:nvSpPr>
        <p:spPr>
          <a:xfrm>
            <a:off x="-1549926" y="-446310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2" name="Google Shape;972;p41"/>
          <p:cNvGrpSpPr/>
          <p:nvPr/>
        </p:nvGrpSpPr>
        <p:grpSpPr>
          <a:xfrm>
            <a:off x="421725" y="4702950"/>
            <a:ext cx="958167" cy="239549"/>
            <a:chOff x="7380000" y="1200450"/>
            <a:chExt cx="958167" cy="239549"/>
          </a:xfrm>
        </p:grpSpPr>
        <p:sp>
          <p:nvSpPr>
            <p:cNvPr id="973" name="Google Shape;973;p41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41"/>
          <p:cNvGrpSpPr/>
          <p:nvPr/>
        </p:nvGrpSpPr>
        <p:grpSpPr>
          <a:xfrm>
            <a:off x="8119650" y="2359925"/>
            <a:ext cx="751800" cy="751800"/>
            <a:chOff x="8119650" y="2359925"/>
            <a:chExt cx="751800" cy="751800"/>
          </a:xfrm>
        </p:grpSpPr>
        <p:sp>
          <p:nvSpPr>
            <p:cNvPr id="980" name="Google Shape;980;p41"/>
            <p:cNvSpPr/>
            <p:nvPr/>
          </p:nvSpPr>
          <p:spPr>
            <a:xfrm flipH="1" rot="10800000">
              <a:off x="8119650" y="2359925"/>
              <a:ext cx="751800" cy="751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981" name="Google Shape;981;p41"/>
            <p:cNvGrpSpPr/>
            <p:nvPr/>
          </p:nvGrpSpPr>
          <p:grpSpPr>
            <a:xfrm>
              <a:off x="8298204" y="2538970"/>
              <a:ext cx="394687" cy="393714"/>
              <a:chOff x="-20946600" y="3317850"/>
              <a:chExt cx="304825" cy="304050"/>
            </a:xfrm>
          </p:grpSpPr>
          <p:sp>
            <p:nvSpPr>
              <p:cNvPr id="982" name="Google Shape;982;p41"/>
              <p:cNvSpPr/>
              <p:nvPr/>
            </p:nvSpPr>
            <p:spPr>
              <a:xfrm>
                <a:off x="-20946600" y="3317850"/>
                <a:ext cx="232350" cy="248925"/>
              </a:xfrm>
              <a:custGeom>
                <a:rect b="b" l="l" r="r" t="t"/>
                <a:pathLst>
                  <a:path extrusionOk="0" h="9957" w="9294">
                    <a:moveTo>
                      <a:pt x="4631" y="1"/>
                    </a:moveTo>
                    <a:cubicBezTo>
                      <a:pt x="3340" y="1"/>
                      <a:pt x="2268" y="977"/>
                      <a:pt x="2142" y="2237"/>
                    </a:cubicBezTo>
                    <a:cubicBezTo>
                      <a:pt x="1292" y="2521"/>
                      <a:pt x="693" y="3340"/>
                      <a:pt x="693" y="4254"/>
                    </a:cubicBezTo>
                    <a:cubicBezTo>
                      <a:pt x="693" y="4695"/>
                      <a:pt x="819" y="5073"/>
                      <a:pt x="1040" y="5451"/>
                    </a:cubicBezTo>
                    <a:cubicBezTo>
                      <a:pt x="378" y="5923"/>
                      <a:pt x="0" y="6648"/>
                      <a:pt x="0" y="7499"/>
                    </a:cubicBezTo>
                    <a:cubicBezTo>
                      <a:pt x="0" y="8853"/>
                      <a:pt x="1134" y="9956"/>
                      <a:pt x="2520" y="9956"/>
                    </a:cubicBezTo>
                    <a:lnTo>
                      <a:pt x="4316" y="9956"/>
                    </a:lnTo>
                    <a:lnTo>
                      <a:pt x="4316" y="8349"/>
                    </a:lnTo>
                    <a:lnTo>
                      <a:pt x="2962" y="7026"/>
                    </a:lnTo>
                    <a:cubicBezTo>
                      <a:pt x="2804" y="6869"/>
                      <a:pt x="2804" y="6648"/>
                      <a:pt x="2962" y="6491"/>
                    </a:cubicBezTo>
                    <a:cubicBezTo>
                      <a:pt x="3040" y="6412"/>
                      <a:pt x="3135" y="6372"/>
                      <a:pt x="3229" y="6372"/>
                    </a:cubicBezTo>
                    <a:cubicBezTo>
                      <a:pt x="3324" y="6372"/>
                      <a:pt x="3418" y="6412"/>
                      <a:pt x="3497" y="6491"/>
                    </a:cubicBezTo>
                    <a:lnTo>
                      <a:pt x="4316" y="7341"/>
                    </a:lnTo>
                    <a:lnTo>
                      <a:pt x="4316" y="5482"/>
                    </a:lnTo>
                    <a:lnTo>
                      <a:pt x="2962" y="4128"/>
                    </a:lnTo>
                    <a:cubicBezTo>
                      <a:pt x="2804" y="3970"/>
                      <a:pt x="2804" y="3781"/>
                      <a:pt x="2962" y="3624"/>
                    </a:cubicBezTo>
                    <a:cubicBezTo>
                      <a:pt x="3040" y="3545"/>
                      <a:pt x="3135" y="3505"/>
                      <a:pt x="3229" y="3505"/>
                    </a:cubicBezTo>
                    <a:cubicBezTo>
                      <a:pt x="3324" y="3505"/>
                      <a:pt x="3418" y="3545"/>
                      <a:pt x="3497" y="3624"/>
                    </a:cubicBezTo>
                    <a:lnTo>
                      <a:pt x="4316" y="4443"/>
                    </a:lnTo>
                    <a:lnTo>
                      <a:pt x="4316" y="2458"/>
                    </a:lnTo>
                    <a:cubicBezTo>
                      <a:pt x="4316" y="2237"/>
                      <a:pt x="4474" y="2080"/>
                      <a:pt x="4663" y="2080"/>
                    </a:cubicBezTo>
                    <a:cubicBezTo>
                      <a:pt x="4852" y="2080"/>
                      <a:pt x="5009" y="2237"/>
                      <a:pt x="5009" y="2458"/>
                    </a:cubicBezTo>
                    <a:lnTo>
                      <a:pt x="5009" y="5860"/>
                    </a:lnTo>
                    <a:lnTo>
                      <a:pt x="5860" y="5041"/>
                    </a:lnTo>
                    <a:cubicBezTo>
                      <a:pt x="5939" y="4963"/>
                      <a:pt x="6025" y="4923"/>
                      <a:pt x="6112" y="4923"/>
                    </a:cubicBezTo>
                    <a:cubicBezTo>
                      <a:pt x="6199" y="4923"/>
                      <a:pt x="6285" y="4963"/>
                      <a:pt x="6364" y="5041"/>
                    </a:cubicBezTo>
                    <a:cubicBezTo>
                      <a:pt x="6522" y="5199"/>
                      <a:pt x="6522" y="5388"/>
                      <a:pt x="6364" y="5545"/>
                    </a:cubicBezTo>
                    <a:lnTo>
                      <a:pt x="5009" y="6900"/>
                    </a:lnTo>
                    <a:lnTo>
                      <a:pt x="5009" y="9956"/>
                    </a:lnTo>
                    <a:lnTo>
                      <a:pt x="6805" y="9956"/>
                    </a:lnTo>
                    <a:cubicBezTo>
                      <a:pt x="8160" y="9956"/>
                      <a:pt x="9294" y="8853"/>
                      <a:pt x="9294" y="7499"/>
                    </a:cubicBezTo>
                    <a:cubicBezTo>
                      <a:pt x="9294" y="6648"/>
                      <a:pt x="8884" y="5923"/>
                      <a:pt x="8223" y="5451"/>
                    </a:cubicBezTo>
                    <a:cubicBezTo>
                      <a:pt x="8443" y="5073"/>
                      <a:pt x="8569" y="4695"/>
                      <a:pt x="8569" y="4254"/>
                    </a:cubicBezTo>
                    <a:cubicBezTo>
                      <a:pt x="8569" y="3340"/>
                      <a:pt x="7971" y="2521"/>
                      <a:pt x="7120" y="2237"/>
                    </a:cubicBezTo>
                    <a:cubicBezTo>
                      <a:pt x="6994" y="977"/>
                      <a:pt x="5923" y="1"/>
                      <a:pt x="4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-20775700" y="3318650"/>
                <a:ext cx="133925" cy="249700"/>
              </a:xfrm>
              <a:custGeom>
                <a:rect b="b" l="l" r="r" t="t"/>
                <a:pathLst>
                  <a:path extrusionOk="0" h="9988" w="5357">
                    <a:moveTo>
                      <a:pt x="694" y="0"/>
                    </a:moveTo>
                    <a:cubicBezTo>
                      <a:pt x="473" y="0"/>
                      <a:pt x="253" y="32"/>
                      <a:pt x="1" y="126"/>
                    </a:cubicBezTo>
                    <a:cubicBezTo>
                      <a:pt x="473" y="567"/>
                      <a:pt x="820" y="1103"/>
                      <a:pt x="977" y="1764"/>
                    </a:cubicBezTo>
                    <a:cubicBezTo>
                      <a:pt x="1891" y="2300"/>
                      <a:pt x="2490" y="3245"/>
                      <a:pt x="2490" y="4285"/>
                    </a:cubicBezTo>
                    <a:cubicBezTo>
                      <a:pt x="2490" y="4663"/>
                      <a:pt x="2395" y="4978"/>
                      <a:pt x="2269" y="5293"/>
                    </a:cubicBezTo>
                    <a:cubicBezTo>
                      <a:pt x="2836" y="5860"/>
                      <a:pt x="3183" y="6648"/>
                      <a:pt x="3183" y="7498"/>
                    </a:cubicBezTo>
                    <a:cubicBezTo>
                      <a:pt x="3183" y="8506"/>
                      <a:pt x="2710" y="9389"/>
                      <a:pt x="1985" y="9987"/>
                    </a:cubicBezTo>
                    <a:lnTo>
                      <a:pt x="2836" y="9987"/>
                    </a:lnTo>
                    <a:cubicBezTo>
                      <a:pt x="4222" y="9987"/>
                      <a:pt x="5325" y="8853"/>
                      <a:pt x="5325" y="7498"/>
                    </a:cubicBezTo>
                    <a:cubicBezTo>
                      <a:pt x="5357" y="6679"/>
                      <a:pt x="4915" y="5891"/>
                      <a:pt x="4285" y="5450"/>
                    </a:cubicBezTo>
                    <a:cubicBezTo>
                      <a:pt x="4537" y="5104"/>
                      <a:pt x="4632" y="4694"/>
                      <a:pt x="4632" y="4253"/>
                    </a:cubicBezTo>
                    <a:cubicBezTo>
                      <a:pt x="4632" y="3340"/>
                      <a:pt x="4065" y="2520"/>
                      <a:pt x="3183" y="2237"/>
                    </a:cubicBezTo>
                    <a:cubicBezTo>
                      <a:pt x="3057" y="977"/>
                      <a:pt x="2017" y="0"/>
                      <a:pt x="6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-20890700" y="3586425"/>
                <a:ext cx="195375" cy="35475"/>
              </a:xfrm>
              <a:custGeom>
                <a:rect b="b" l="l" r="r" t="t"/>
                <a:pathLst>
                  <a:path extrusionOk="0" h="1419" w="7815">
                    <a:moveTo>
                      <a:pt x="2112" y="1"/>
                    </a:moveTo>
                    <a:lnTo>
                      <a:pt x="2112" y="725"/>
                    </a:lnTo>
                    <a:lnTo>
                      <a:pt x="347" y="725"/>
                    </a:lnTo>
                    <a:cubicBezTo>
                      <a:pt x="158" y="725"/>
                      <a:pt x="1" y="883"/>
                      <a:pt x="1" y="1072"/>
                    </a:cubicBezTo>
                    <a:cubicBezTo>
                      <a:pt x="1" y="1261"/>
                      <a:pt x="158" y="1418"/>
                      <a:pt x="347" y="1418"/>
                    </a:cubicBezTo>
                    <a:lnTo>
                      <a:pt x="7468" y="1418"/>
                    </a:lnTo>
                    <a:cubicBezTo>
                      <a:pt x="7657" y="1418"/>
                      <a:pt x="7814" y="1261"/>
                      <a:pt x="7814" y="1072"/>
                    </a:cubicBezTo>
                    <a:cubicBezTo>
                      <a:pt x="7814" y="883"/>
                      <a:pt x="7625" y="725"/>
                      <a:pt x="7436" y="725"/>
                    </a:cubicBezTo>
                    <a:lnTo>
                      <a:pt x="5672" y="725"/>
                    </a:lnTo>
                    <a:lnTo>
                      <a:pt x="5672" y="1"/>
                    </a:lnTo>
                    <a:lnTo>
                      <a:pt x="4947" y="1"/>
                    </a:lnTo>
                    <a:lnTo>
                      <a:pt x="4947" y="725"/>
                    </a:lnTo>
                    <a:lnTo>
                      <a:pt x="2836" y="725"/>
                    </a:lnTo>
                    <a:lnTo>
                      <a:pt x="28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5" name="Google Shape;985;p41"/>
          <p:cNvGrpSpPr/>
          <p:nvPr/>
        </p:nvGrpSpPr>
        <p:grpSpPr>
          <a:xfrm>
            <a:off x="7678963" y="1413956"/>
            <a:ext cx="751800" cy="751800"/>
            <a:chOff x="7678963" y="1413956"/>
            <a:chExt cx="751800" cy="751800"/>
          </a:xfrm>
        </p:grpSpPr>
        <p:sp>
          <p:nvSpPr>
            <p:cNvPr id="986" name="Google Shape;986;p41"/>
            <p:cNvSpPr/>
            <p:nvPr/>
          </p:nvSpPr>
          <p:spPr>
            <a:xfrm>
              <a:off x="7678963" y="1413956"/>
              <a:ext cx="751800" cy="751800"/>
            </a:xfrm>
            <a:prstGeom prst="ellipse">
              <a:avLst/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987" name="Google Shape;987;p41"/>
            <p:cNvGrpSpPr/>
            <p:nvPr/>
          </p:nvGrpSpPr>
          <p:grpSpPr>
            <a:xfrm>
              <a:off x="7864828" y="1606289"/>
              <a:ext cx="380081" cy="367111"/>
              <a:chOff x="-38905225" y="3591875"/>
              <a:chExt cx="325300" cy="314200"/>
            </a:xfrm>
          </p:grpSpPr>
          <p:sp>
            <p:nvSpPr>
              <p:cNvPr id="988" name="Google Shape;988;p41"/>
              <p:cNvSpPr/>
              <p:nvPr/>
            </p:nvSpPr>
            <p:spPr>
              <a:xfrm>
                <a:off x="-38716975" y="3591875"/>
                <a:ext cx="137050" cy="131625"/>
              </a:xfrm>
              <a:custGeom>
                <a:rect b="b" l="l" r="r" t="t"/>
                <a:pathLst>
                  <a:path extrusionOk="0" h="5265" w="5482">
                    <a:moveTo>
                      <a:pt x="1543" y="1"/>
                    </a:moveTo>
                    <a:cubicBezTo>
                      <a:pt x="987" y="1"/>
                      <a:pt x="447" y="38"/>
                      <a:pt x="0" y="98"/>
                    </a:cubicBezTo>
                    <a:lnTo>
                      <a:pt x="5167" y="5265"/>
                    </a:lnTo>
                    <a:cubicBezTo>
                      <a:pt x="5482" y="3311"/>
                      <a:pt x="5198" y="1326"/>
                      <a:pt x="4568" y="696"/>
                    </a:cubicBezTo>
                    <a:cubicBezTo>
                      <a:pt x="4029" y="178"/>
                      <a:pt x="275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-38905225" y="3774675"/>
                <a:ext cx="137075" cy="131400"/>
              </a:xfrm>
              <a:custGeom>
                <a:rect b="b" l="l" r="r" t="t"/>
                <a:pathLst>
                  <a:path extrusionOk="0" h="5256" w="5483">
                    <a:moveTo>
                      <a:pt x="316" y="0"/>
                    </a:moveTo>
                    <a:lnTo>
                      <a:pt x="316" y="0"/>
                    </a:lnTo>
                    <a:cubicBezTo>
                      <a:pt x="0" y="1922"/>
                      <a:pt x="253" y="3907"/>
                      <a:pt x="914" y="4569"/>
                    </a:cubicBezTo>
                    <a:cubicBezTo>
                      <a:pt x="1376" y="5031"/>
                      <a:pt x="2601" y="5256"/>
                      <a:pt x="3967" y="5256"/>
                    </a:cubicBezTo>
                    <a:cubicBezTo>
                      <a:pt x="4464" y="5256"/>
                      <a:pt x="4979" y="5226"/>
                      <a:pt x="5482" y="5167"/>
                    </a:cubicBezTo>
                    <a:lnTo>
                      <a:pt x="3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-38891050" y="3599025"/>
                <a:ext cx="298525" cy="300900"/>
              </a:xfrm>
              <a:custGeom>
                <a:rect b="b" l="l" r="r" t="t"/>
                <a:pathLst>
                  <a:path extrusionOk="0" h="12036" w="11941">
                    <a:moveTo>
                      <a:pt x="6349" y="2687"/>
                    </a:moveTo>
                    <a:cubicBezTo>
                      <a:pt x="6459" y="2687"/>
                      <a:pt x="6569" y="2726"/>
                      <a:pt x="6648" y="2805"/>
                    </a:cubicBezTo>
                    <a:lnTo>
                      <a:pt x="7593" y="3750"/>
                    </a:lnTo>
                    <a:lnTo>
                      <a:pt x="7719" y="3655"/>
                    </a:lnTo>
                    <a:cubicBezTo>
                      <a:pt x="7798" y="3577"/>
                      <a:pt x="7908" y="3537"/>
                      <a:pt x="8019" y="3537"/>
                    </a:cubicBezTo>
                    <a:cubicBezTo>
                      <a:pt x="8129" y="3537"/>
                      <a:pt x="8239" y="3577"/>
                      <a:pt x="8318" y="3655"/>
                    </a:cubicBezTo>
                    <a:cubicBezTo>
                      <a:pt x="8475" y="3813"/>
                      <a:pt x="8475" y="4065"/>
                      <a:pt x="8318" y="4222"/>
                    </a:cubicBezTo>
                    <a:lnTo>
                      <a:pt x="8192" y="4348"/>
                    </a:lnTo>
                    <a:lnTo>
                      <a:pt x="9137" y="5294"/>
                    </a:lnTo>
                    <a:cubicBezTo>
                      <a:pt x="9295" y="5451"/>
                      <a:pt x="9295" y="5735"/>
                      <a:pt x="9137" y="5892"/>
                    </a:cubicBezTo>
                    <a:cubicBezTo>
                      <a:pt x="9058" y="5971"/>
                      <a:pt x="8948" y="6010"/>
                      <a:pt x="8838" y="6010"/>
                    </a:cubicBezTo>
                    <a:cubicBezTo>
                      <a:pt x="8727" y="6010"/>
                      <a:pt x="8617" y="5971"/>
                      <a:pt x="8538" y="5892"/>
                    </a:cubicBezTo>
                    <a:lnTo>
                      <a:pt x="7593" y="4947"/>
                    </a:lnTo>
                    <a:lnTo>
                      <a:pt x="6522" y="6018"/>
                    </a:lnTo>
                    <a:lnTo>
                      <a:pt x="7467" y="6963"/>
                    </a:lnTo>
                    <a:cubicBezTo>
                      <a:pt x="7625" y="7089"/>
                      <a:pt x="7625" y="7373"/>
                      <a:pt x="7467" y="7530"/>
                    </a:cubicBezTo>
                    <a:cubicBezTo>
                      <a:pt x="7388" y="7609"/>
                      <a:pt x="7286" y="7649"/>
                      <a:pt x="7184" y="7649"/>
                    </a:cubicBezTo>
                    <a:cubicBezTo>
                      <a:pt x="7081" y="7649"/>
                      <a:pt x="6979" y="7609"/>
                      <a:pt x="6900" y="7530"/>
                    </a:cubicBezTo>
                    <a:lnTo>
                      <a:pt x="5955" y="6585"/>
                    </a:lnTo>
                    <a:lnTo>
                      <a:pt x="4884" y="7656"/>
                    </a:lnTo>
                    <a:lnTo>
                      <a:pt x="5829" y="8602"/>
                    </a:lnTo>
                    <a:cubicBezTo>
                      <a:pt x="5987" y="8759"/>
                      <a:pt x="5987" y="9043"/>
                      <a:pt x="5829" y="9200"/>
                    </a:cubicBezTo>
                    <a:cubicBezTo>
                      <a:pt x="5750" y="9279"/>
                      <a:pt x="5640" y="9318"/>
                      <a:pt x="5530" y="9318"/>
                    </a:cubicBezTo>
                    <a:cubicBezTo>
                      <a:pt x="5419" y="9318"/>
                      <a:pt x="5309" y="9279"/>
                      <a:pt x="5230" y="9200"/>
                    </a:cubicBezTo>
                    <a:lnTo>
                      <a:pt x="4285" y="8255"/>
                    </a:lnTo>
                    <a:lnTo>
                      <a:pt x="4159" y="8381"/>
                    </a:lnTo>
                    <a:cubicBezTo>
                      <a:pt x="4080" y="8460"/>
                      <a:pt x="3978" y="8499"/>
                      <a:pt x="3876" y="8499"/>
                    </a:cubicBezTo>
                    <a:cubicBezTo>
                      <a:pt x="3773" y="8499"/>
                      <a:pt x="3671" y="8460"/>
                      <a:pt x="3592" y="8381"/>
                    </a:cubicBezTo>
                    <a:cubicBezTo>
                      <a:pt x="3435" y="8224"/>
                      <a:pt x="3435" y="7940"/>
                      <a:pt x="3592" y="7782"/>
                    </a:cubicBezTo>
                    <a:lnTo>
                      <a:pt x="3687" y="7656"/>
                    </a:lnTo>
                    <a:lnTo>
                      <a:pt x="2742" y="6711"/>
                    </a:lnTo>
                    <a:cubicBezTo>
                      <a:pt x="2584" y="6554"/>
                      <a:pt x="2584" y="6270"/>
                      <a:pt x="2742" y="6113"/>
                    </a:cubicBezTo>
                    <a:cubicBezTo>
                      <a:pt x="2820" y="6034"/>
                      <a:pt x="2931" y="5995"/>
                      <a:pt x="3041" y="5995"/>
                    </a:cubicBezTo>
                    <a:cubicBezTo>
                      <a:pt x="3151" y="5995"/>
                      <a:pt x="3261" y="6034"/>
                      <a:pt x="3340" y="6113"/>
                    </a:cubicBezTo>
                    <a:lnTo>
                      <a:pt x="4285" y="7058"/>
                    </a:lnTo>
                    <a:lnTo>
                      <a:pt x="5356" y="6018"/>
                    </a:lnTo>
                    <a:lnTo>
                      <a:pt x="4411" y="5073"/>
                    </a:lnTo>
                    <a:cubicBezTo>
                      <a:pt x="4254" y="4916"/>
                      <a:pt x="4254" y="4632"/>
                      <a:pt x="4411" y="4474"/>
                    </a:cubicBezTo>
                    <a:cubicBezTo>
                      <a:pt x="4490" y="4396"/>
                      <a:pt x="4600" y="4356"/>
                      <a:pt x="4711" y="4356"/>
                    </a:cubicBezTo>
                    <a:cubicBezTo>
                      <a:pt x="4821" y="4356"/>
                      <a:pt x="4931" y="4396"/>
                      <a:pt x="5010" y="4474"/>
                    </a:cubicBezTo>
                    <a:lnTo>
                      <a:pt x="5955" y="5420"/>
                    </a:lnTo>
                    <a:lnTo>
                      <a:pt x="6995" y="4348"/>
                    </a:lnTo>
                    <a:lnTo>
                      <a:pt x="6050" y="3403"/>
                    </a:lnTo>
                    <a:cubicBezTo>
                      <a:pt x="5892" y="3246"/>
                      <a:pt x="5892" y="2962"/>
                      <a:pt x="6050" y="2805"/>
                    </a:cubicBezTo>
                    <a:cubicBezTo>
                      <a:pt x="6128" y="2726"/>
                      <a:pt x="6239" y="2687"/>
                      <a:pt x="6349" y="2687"/>
                    </a:cubicBezTo>
                    <a:close/>
                    <a:moveTo>
                      <a:pt x="5987" y="1"/>
                    </a:moveTo>
                    <a:cubicBezTo>
                      <a:pt x="2805" y="757"/>
                      <a:pt x="788" y="3025"/>
                      <a:pt x="1" y="6081"/>
                    </a:cubicBezTo>
                    <a:lnTo>
                      <a:pt x="5955" y="12036"/>
                    </a:lnTo>
                    <a:cubicBezTo>
                      <a:pt x="9106" y="11248"/>
                      <a:pt x="11153" y="9043"/>
                      <a:pt x="11941" y="5955"/>
                    </a:cubicBezTo>
                    <a:lnTo>
                      <a:pt x="59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1" name="Google Shape;99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_1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720025" y="1254600"/>
            <a:ext cx="77175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4" name="Google Shape;994;p42"/>
          <p:cNvSpPr txBox="1"/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grpSp>
        <p:nvGrpSpPr>
          <p:cNvPr id="995" name="Google Shape;995;p42"/>
          <p:cNvGrpSpPr/>
          <p:nvPr/>
        </p:nvGrpSpPr>
        <p:grpSpPr>
          <a:xfrm>
            <a:off x="-916152" y="4562479"/>
            <a:ext cx="2170507" cy="2170507"/>
            <a:chOff x="4008240" y="1896120"/>
            <a:chExt cx="1703160" cy="1703160"/>
          </a:xfrm>
        </p:grpSpPr>
        <p:sp>
          <p:nvSpPr>
            <p:cNvPr id="996" name="Google Shape;996;p42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42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42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42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2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2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2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2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2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42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42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2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p42"/>
          <p:cNvSpPr/>
          <p:nvPr/>
        </p:nvSpPr>
        <p:spPr>
          <a:xfrm>
            <a:off x="-729412" y="335330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42"/>
          <p:cNvGrpSpPr/>
          <p:nvPr/>
        </p:nvGrpSpPr>
        <p:grpSpPr>
          <a:xfrm>
            <a:off x="8076573" y="-322171"/>
            <a:ext cx="2170507" cy="2170507"/>
            <a:chOff x="4008240" y="1896120"/>
            <a:chExt cx="1703160" cy="1703160"/>
          </a:xfrm>
        </p:grpSpPr>
        <p:sp>
          <p:nvSpPr>
            <p:cNvPr id="1010" name="Google Shape;1010;p42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42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2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42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42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2" name="Google Shape;1022;p42"/>
          <p:cNvSpPr/>
          <p:nvPr/>
        </p:nvSpPr>
        <p:spPr>
          <a:xfrm>
            <a:off x="8293313" y="170736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3"/>
          <p:cNvSpPr txBox="1"/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26" name="Google Shape;1026;p43"/>
          <p:cNvSpPr txBox="1"/>
          <p:nvPr>
            <p:ph idx="1" type="body"/>
          </p:nvPr>
        </p:nvSpPr>
        <p:spPr>
          <a:xfrm>
            <a:off x="720025" y="1244800"/>
            <a:ext cx="3735900" cy="30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27" name="Google Shape;1027;p43"/>
          <p:cNvSpPr txBox="1"/>
          <p:nvPr>
            <p:ph idx="2" type="body"/>
          </p:nvPr>
        </p:nvSpPr>
        <p:spPr>
          <a:xfrm>
            <a:off x="4694875" y="1244800"/>
            <a:ext cx="3735900" cy="30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grpSp>
        <p:nvGrpSpPr>
          <p:cNvPr id="1028" name="Google Shape;1028;p43"/>
          <p:cNvGrpSpPr/>
          <p:nvPr/>
        </p:nvGrpSpPr>
        <p:grpSpPr>
          <a:xfrm>
            <a:off x="7282461" y="3603992"/>
            <a:ext cx="2170507" cy="2170507"/>
            <a:chOff x="4008240" y="1896120"/>
            <a:chExt cx="1703160" cy="1703160"/>
          </a:xfrm>
        </p:grpSpPr>
        <p:sp>
          <p:nvSpPr>
            <p:cNvPr id="1029" name="Google Shape;1029;p43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1" name="Google Shape;1041;p43"/>
          <p:cNvSpPr/>
          <p:nvPr/>
        </p:nvSpPr>
        <p:spPr>
          <a:xfrm>
            <a:off x="6055888" y="443264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43"/>
          <p:cNvSpPr/>
          <p:nvPr/>
        </p:nvSpPr>
        <p:spPr>
          <a:xfrm>
            <a:off x="6055888" y="-102703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43"/>
          <p:cNvSpPr/>
          <p:nvPr/>
        </p:nvSpPr>
        <p:spPr>
          <a:xfrm>
            <a:off x="-931712" y="372286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44"/>
          <p:cNvSpPr txBox="1"/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47" name="Google Shape;1047;p44"/>
          <p:cNvSpPr txBox="1"/>
          <p:nvPr>
            <p:ph hasCustomPrompt="1" idx="2" type="title"/>
          </p:nvPr>
        </p:nvSpPr>
        <p:spPr>
          <a:xfrm>
            <a:off x="4054675" y="2876363"/>
            <a:ext cx="104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48" name="Google Shape;1048;p44"/>
          <p:cNvSpPr txBox="1"/>
          <p:nvPr>
            <p:ph hasCustomPrompt="1" idx="3" type="title"/>
          </p:nvPr>
        </p:nvSpPr>
        <p:spPr>
          <a:xfrm>
            <a:off x="1452500" y="2876363"/>
            <a:ext cx="104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49" name="Google Shape;1049;p44"/>
          <p:cNvSpPr txBox="1"/>
          <p:nvPr>
            <p:ph idx="1" type="subTitle"/>
          </p:nvPr>
        </p:nvSpPr>
        <p:spPr>
          <a:xfrm>
            <a:off x="817300" y="3503926"/>
            <a:ext cx="2258100" cy="42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050" name="Google Shape;1050;p44"/>
          <p:cNvSpPr txBox="1"/>
          <p:nvPr>
            <p:ph idx="4" type="subTitle"/>
          </p:nvPr>
        </p:nvSpPr>
        <p:spPr>
          <a:xfrm>
            <a:off x="817300" y="3877373"/>
            <a:ext cx="2258100" cy="622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51" name="Google Shape;1051;p44"/>
          <p:cNvSpPr txBox="1"/>
          <p:nvPr>
            <p:ph idx="5" type="subTitle"/>
          </p:nvPr>
        </p:nvSpPr>
        <p:spPr>
          <a:xfrm>
            <a:off x="3433025" y="3503926"/>
            <a:ext cx="2258100" cy="42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052" name="Google Shape;1052;p44"/>
          <p:cNvSpPr txBox="1"/>
          <p:nvPr>
            <p:ph idx="6" type="subTitle"/>
          </p:nvPr>
        </p:nvSpPr>
        <p:spPr>
          <a:xfrm>
            <a:off x="3433025" y="3877373"/>
            <a:ext cx="2258100" cy="622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53" name="Google Shape;1053;p44"/>
          <p:cNvSpPr txBox="1"/>
          <p:nvPr>
            <p:ph idx="7" type="subTitle"/>
          </p:nvPr>
        </p:nvSpPr>
        <p:spPr>
          <a:xfrm>
            <a:off x="6048750" y="3503926"/>
            <a:ext cx="2258100" cy="42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054" name="Google Shape;1054;p44"/>
          <p:cNvSpPr txBox="1"/>
          <p:nvPr>
            <p:ph idx="8" type="subTitle"/>
          </p:nvPr>
        </p:nvSpPr>
        <p:spPr>
          <a:xfrm>
            <a:off x="6048750" y="3877373"/>
            <a:ext cx="2258100" cy="622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55" name="Google Shape;1055;p44"/>
          <p:cNvSpPr txBox="1"/>
          <p:nvPr>
            <p:ph hasCustomPrompt="1" idx="9" type="title"/>
          </p:nvPr>
        </p:nvSpPr>
        <p:spPr>
          <a:xfrm>
            <a:off x="6656850" y="2876363"/>
            <a:ext cx="104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56" name="Google Shape;1056;p44"/>
          <p:cNvSpPr/>
          <p:nvPr/>
        </p:nvSpPr>
        <p:spPr>
          <a:xfrm>
            <a:off x="-895962" y="-45433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44"/>
          <p:cNvSpPr/>
          <p:nvPr/>
        </p:nvSpPr>
        <p:spPr>
          <a:xfrm>
            <a:off x="-1116765" y="79433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8" name="Google Shape;1058;p44"/>
          <p:cNvGrpSpPr/>
          <p:nvPr/>
        </p:nvGrpSpPr>
        <p:grpSpPr>
          <a:xfrm flipH="1">
            <a:off x="8304753" y="617479"/>
            <a:ext cx="2170507" cy="2170507"/>
            <a:chOff x="4008240" y="1896120"/>
            <a:chExt cx="1703160" cy="1703160"/>
          </a:xfrm>
        </p:grpSpPr>
        <p:sp>
          <p:nvSpPr>
            <p:cNvPr id="1059" name="Google Shape;1059;p44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44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44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44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44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44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44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44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44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44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44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44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1" name="Google Shape;1071;p44"/>
          <p:cNvSpPr/>
          <p:nvPr/>
        </p:nvSpPr>
        <p:spPr>
          <a:xfrm flipH="1">
            <a:off x="7877248" y="-584198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2_1_1_1"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5"/>
          <p:cNvSpPr txBox="1"/>
          <p:nvPr>
            <p:ph idx="1" type="subTitle"/>
          </p:nvPr>
        </p:nvSpPr>
        <p:spPr>
          <a:xfrm>
            <a:off x="806702" y="1855125"/>
            <a:ext cx="2423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075" name="Google Shape;1075;p45"/>
          <p:cNvSpPr txBox="1"/>
          <p:nvPr>
            <p:ph idx="2" type="subTitle"/>
          </p:nvPr>
        </p:nvSpPr>
        <p:spPr>
          <a:xfrm>
            <a:off x="806700" y="2174299"/>
            <a:ext cx="2423400" cy="15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76" name="Google Shape;1076;p45"/>
          <p:cNvSpPr txBox="1"/>
          <p:nvPr>
            <p:ph idx="3" type="subTitle"/>
          </p:nvPr>
        </p:nvSpPr>
        <p:spPr>
          <a:xfrm>
            <a:off x="3360278" y="1855125"/>
            <a:ext cx="2423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077" name="Google Shape;1077;p45"/>
          <p:cNvSpPr txBox="1"/>
          <p:nvPr>
            <p:ph idx="4" type="subTitle"/>
          </p:nvPr>
        </p:nvSpPr>
        <p:spPr>
          <a:xfrm>
            <a:off x="3360277" y="2174300"/>
            <a:ext cx="2423400" cy="15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78" name="Google Shape;1078;p45"/>
          <p:cNvSpPr txBox="1"/>
          <p:nvPr>
            <p:ph idx="5" type="subTitle"/>
          </p:nvPr>
        </p:nvSpPr>
        <p:spPr>
          <a:xfrm>
            <a:off x="5913855" y="1855125"/>
            <a:ext cx="24234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079" name="Google Shape;1079;p45"/>
          <p:cNvSpPr txBox="1"/>
          <p:nvPr>
            <p:ph idx="6" type="subTitle"/>
          </p:nvPr>
        </p:nvSpPr>
        <p:spPr>
          <a:xfrm>
            <a:off x="5913855" y="2174301"/>
            <a:ext cx="2423400" cy="15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80" name="Google Shape;1080;p45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81" name="Google Shape;1081;p45"/>
          <p:cNvSpPr/>
          <p:nvPr/>
        </p:nvSpPr>
        <p:spPr>
          <a:xfrm>
            <a:off x="7016372" y="4273278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7E4E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45"/>
          <p:cNvSpPr/>
          <p:nvPr/>
        </p:nvSpPr>
        <p:spPr>
          <a:xfrm>
            <a:off x="8337260" y="35934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3" name="Google Shape;1083;p45"/>
          <p:cNvGrpSpPr/>
          <p:nvPr/>
        </p:nvGrpSpPr>
        <p:grpSpPr>
          <a:xfrm>
            <a:off x="-503427" y="4208067"/>
            <a:ext cx="2170507" cy="2170507"/>
            <a:chOff x="4008240" y="1896120"/>
            <a:chExt cx="1703160" cy="1703160"/>
          </a:xfrm>
        </p:grpSpPr>
        <p:sp>
          <p:nvSpPr>
            <p:cNvPr id="1084" name="Google Shape;1084;p45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5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5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5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5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45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45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45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45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45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45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45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6" name="Google Shape;1096;p45"/>
          <p:cNvGrpSpPr/>
          <p:nvPr/>
        </p:nvGrpSpPr>
        <p:grpSpPr>
          <a:xfrm>
            <a:off x="975271" y="4090163"/>
            <a:ext cx="751800" cy="751800"/>
            <a:chOff x="975271" y="4090163"/>
            <a:chExt cx="751800" cy="751800"/>
          </a:xfrm>
        </p:grpSpPr>
        <p:sp>
          <p:nvSpPr>
            <p:cNvPr id="1097" name="Google Shape;1097;p45"/>
            <p:cNvSpPr/>
            <p:nvPr/>
          </p:nvSpPr>
          <p:spPr>
            <a:xfrm>
              <a:off x="975271" y="4090163"/>
              <a:ext cx="751800" cy="7518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098" name="Google Shape;1098;p45"/>
            <p:cNvGrpSpPr/>
            <p:nvPr/>
          </p:nvGrpSpPr>
          <p:grpSpPr>
            <a:xfrm>
              <a:off x="1174016" y="4288122"/>
              <a:ext cx="354311" cy="355909"/>
              <a:chOff x="-49764975" y="3551225"/>
              <a:chExt cx="299300" cy="300650"/>
            </a:xfrm>
          </p:grpSpPr>
          <p:sp>
            <p:nvSpPr>
              <p:cNvPr id="1099" name="Google Shape;1099;p45"/>
              <p:cNvSpPr/>
              <p:nvPr/>
            </p:nvSpPr>
            <p:spPr>
              <a:xfrm>
                <a:off x="-49764975" y="3657325"/>
                <a:ext cx="35450" cy="18125"/>
              </a:xfrm>
              <a:custGeom>
                <a:rect b="b" l="l" r="r" t="t"/>
                <a:pathLst>
                  <a:path extrusionOk="0" h="725" w="1418">
                    <a:moveTo>
                      <a:pt x="347" y="0"/>
                    </a:moveTo>
                    <a:cubicBezTo>
                      <a:pt x="158" y="0"/>
                      <a:pt x="0" y="158"/>
                      <a:pt x="0" y="378"/>
                    </a:cubicBezTo>
                    <a:cubicBezTo>
                      <a:pt x="0" y="567"/>
                      <a:pt x="158" y="725"/>
                      <a:pt x="347" y="725"/>
                    </a:cubicBezTo>
                    <a:lnTo>
                      <a:pt x="1040" y="725"/>
                    </a:lnTo>
                    <a:cubicBezTo>
                      <a:pt x="1260" y="725"/>
                      <a:pt x="1418" y="567"/>
                      <a:pt x="1418" y="378"/>
                    </a:cubicBezTo>
                    <a:cubicBezTo>
                      <a:pt x="1386" y="158"/>
                      <a:pt x="1197" y="0"/>
                      <a:pt x="10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45"/>
              <p:cNvSpPr/>
              <p:nvPr/>
            </p:nvSpPr>
            <p:spPr>
              <a:xfrm>
                <a:off x="-49763400" y="3598250"/>
                <a:ext cx="31525" cy="29950"/>
              </a:xfrm>
              <a:custGeom>
                <a:rect b="b" l="l" r="r" t="t"/>
                <a:pathLst>
                  <a:path extrusionOk="0" h="1198" w="1261">
                    <a:moveTo>
                      <a:pt x="390" y="0"/>
                    </a:moveTo>
                    <a:cubicBezTo>
                      <a:pt x="299" y="0"/>
                      <a:pt x="205" y="32"/>
                      <a:pt x="126" y="95"/>
                    </a:cubicBezTo>
                    <a:cubicBezTo>
                      <a:pt x="0" y="221"/>
                      <a:pt x="0" y="441"/>
                      <a:pt x="126" y="599"/>
                    </a:cubicBezTo>
                    <a:lnTo>
                      <a:pt x="630" y="1103"/>
                    </a:lnTo>
                    <a:cubicBezTo>
                      <a:pt x="693" y="1166"/>
                      <a:pt x="780" y="1197"/>
                      <a:pt x="870" y="1197"/>
                    </a:cubicBezTo>
                    <a:cubicBezTo>
                      <a:pt x="961" y="1197"/>
                      <a:pt x="1056" y="1166"/>
                      <a:pt x="1134" y="1103"/>
                    </a:cubicBezTo>
                    <a:cubicBezTo>
                      <a:pt x="1260" y="1008"/>
                      <a:pt x="1260" y="756"/>
                      <a:pt x="1134" y="599"/>
                    </a:cubicBezTo>
                    <a:lnTo>
                      <a:pt x="630" y="95"/>
                    </a:lnTo>
                    <a:cubicBezTo>
                      <a:pt x="567" y="32"/>
                      <a:pt x="481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45"/>
              <p:cNvSpPr/>
              <p:nvPr/>
            </p:nvSpPr>
            <p:spPr>
              <a:xfrm>
                <a:off x="-49763400" y="3703975"/>
                <a:ext cx="31525" cy="30550"/>
              </a:xfrm>
              <a:custGeom>
                <a:rect b="b" l="l" r="r" t="t"/>
                <a:pathLst>
                  <a:path extrusionOk="0" h="1222" w="1261">
                    <a:moveTo>
                      <a:pt x="882" y="1"/>
                    </a:moveTo>
                    <a:cubicBezTo>
                      <a:pt x="796" y="1"/>
                      <a:pt x="709" y="40"/>
                      <a:pt x="630" y="119"/>
                    </a:cubicBezTo>
                    <a:lnTo>
                      <a:pt x="126" y="623"/>
                    </a:lnTo>
                    <a:cubicBezTo>
                      <a:pt x="0" y="749"/>
                      <a:pt x="0" y="970"/>
                      <a:pt x="126" y="1127"/>
                    </a:cubicBezTo>
                    <a:cubicBezTo>
                      <a:pt x="189" y="1190"/>
                      <a:pt x="276" y="1222"/>
                      <a:pt x="366" y="1222"/>
                    </a:cubicBezTo>
                    <a:cubicBezTo>
                      <a:pt x="457" y="1222"/>
                      <a:pt x="551" y="1190"/>
                      <a:pt x="630" y="1127"/>
                    </a:cubicBezTo>
                    <a:lnTo>
                      <a:pt x="1134" y="623"/>
                    </a:lnTo>
                    <a:cubicBezTo>
                      <a:pt x="1260" y="497"/>
                      <a:pt x="1260" y="276"/>
                      <a:pt x="1134" y="119"/>
                    </a:cubicBezTo>
                    <a:cubicBezTo>
                      <a:pt x="1056" y="40"/>
                      <a:pt x="969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45"/>
              <p:cNvSpPr/>
              <p:nvPr/>
            </p:nvSpPr>
            <p:spPr>
              <a:xfrm>
                <a:off x="-49501125" y="3657325"/>
                <a:ext cx="35450" cy="18125"/>
              </a:xfrm>
              <a:custGeom>
                <a:rect b="b" l="l" r="r" t="t"/>
                <a:pathLst>
                  <a:path extrusionOk="0" h="725" w="1418">
                    <a:moveTo>
                      <a:pt x="347" y="0"/>
                    </a:moveTo>
                    <a:cubicBezTo>
                      <a:pt x="158" y="0"/>
                      <a:pt x="0" y="158"/>
                      <a:pt x="0" y="378"/>
                    </a:cubicBezTo>
                    <a:cubicBezTo>
                      <a:pt x="0" y="567"/>
                      <a:pt x="158" y="725"/>
                      <a:pt x="347" y="725"/>
                    </a:cubicBezTo>
                    <a:lnTo>
                      <a:pt x="1071" y="725"/>
                    </a:lnTo>
                    <a:cubicBezTo>
                      <a:pt x="1260" y="725"/>
                      <a:pt x="1418" y="567"/>
                      <a:pt x="1418" y="378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45"/>
              <p:cNvSpPr/>
              <p:nvPr/>
            </p:nvSpPr>
            <p:spPr>
              <a:xfrm>
                <a:off x="-49499550" y="3598250"/>
                <a:ext cx="31525" cy="30550"/>
              </a:xfrm>
              <a:custGeom>
                <a:rect b="b" l="l" r="r" t="t"/>
                <a:pathLst>
                  <a:path extrusionOk="0" h="1222" w="1261">
                    <a:moveTo>
                      <a:pt x="906" y="0"/>
                    </a:moveTo>
                    <a:cubicBezTo>
                      <a:pt x="812" y="0"/>
                      <a:pt x="709" y="32"/>
                      <a:pt x="630" y="95"/>
                    </a:cubicBezTo>
                    <a:lnTo>
                      <a:pt x="126" y="599"/>
                    </a:lnTo>
                    <a:cubicBezTo>
                      <a:pt x="0" y="725"/>
                      <a:pt x="0" y="945"/>
                      <a:pt x="126" y="1103"/>
                    </a:cubicBezTo>
                    <a:cubicBezTo>
                      <a:pt x="205" y="1182"/>
                      <a:pt x="292" y="1221"/>
                      <a:pt x="378" y="1221"/>
                    </a:cubicBezTo>
                    <a:cubicBezTo>
                      <a:pt x="465" y="1221"/>
                      <a:pt x="552" y="1182"/>
                      <a:pt x="630" y="1103"/>
                    </a:cubicBezTo>
                    <a:lnTo>
                      <a:pt x="1134" y="599"/>
                    </a:lnTo>
                    <a:cubicBezTo>
                      <a:pt x="1260" y="473"/>
                      <a:pt x="1260" y="252"/>
                      <a:pt x="1134" y="95"/>
                    </a:cubicBezTo>
                    <a:cubicBezTo>
                      <a:pt x="1087" y="32"/>
                      <a:pt x="1001" y="0"/>
                      <a:pt x="9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-49499550" y="3704575"/>
                <a:ext cx="31525" cy="29950"/>
              </a:xfrm>
              <a:custGeom>
                <a:rect b="b" l="l" r="r" t="t"/>
                <a:pathLst>
                  <a:path extrusionOk="0" h="1198" w="1261">
                    <a:moveTo>
                      <a:pt x="390" y="0"/>
                    </a:moveTo>
                    <a:cubicBezTo>
                      <a:pt x="300" y="0"/>
                      <a:pt x="205" y="32"/>
                      <a:pt x="126" y="95"/>
                    </a:cubicBezTo>
                    <a:cubicBezTo>
                      <a:pt x="0" y="221"/>
                      <a:pt x="0" y="441"/>
                      <a:pt x="126" y="599"/>
                    </a:cubicBezTo>
                    <a:lnTo>
                      <a:pt x="630" y="1103"/>
                    </a:lnTo>
                    <a:cubicBezTo>
                      <a:pt x="693" y="1166"/>
                      <a:pt x="780" y="1198"/>
                      <a:pt x="871" y="1198"/>
                    </a:cubicBezTo>
                    <a:cubicBezTo>
                      <a:pt x="961" y="1198"/>
                      <a:pt x="1056" y="1166"/>
                      <a:pt x="1134" y="1103"/>
                    </a:cubicBezTo>
                    <a:cubicBezTo>
                      <a:pt x="1260" y="1009"/>
                      <a:pt x="1260" y="757"/>
                      <a:pt x="1134" y="599"/>
                    </a:cubicBezTo>
                    <a:lnTo>
                      <a:pt x="630" y="95"/>
                    </a:lnTo>
                    <a:cubicBezTo>
                      <a:pt x="567" y="32"/>
                      <a:pt x="481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-49725600" y="3551225"/>
                <a:ext cx="215050" cy="210875"/>
              </a:xfrm>
              <a:custGeom>
                <a:rect b="b" l="l" r="r" t="t"/>
                <a:pathLst>
                  <a:path extrusionOk="0" h="8435" w="8602">
                    <a:moveTo>
                      <a:pt x="4354" y="0"/>
                    </a:moveTo>
                    <a:cubicBezTo>
                      <a:pt x="4070" y="0"/>
                      <a:pt x="3783" y="28"/>
                      <a:pt x="3497" y="86"/>
                    </a:cubicBezTo>
                    <a:cubicBezTo>
                      <a:pt x="1922" y="401"/>
                      <a:pt x="630" y="1724"/>
                      <a:pt x="252" y="3299"/>
                    </a:cubicBezTo>
                    <a:cubicBezTo>
                      <a:pt x="0" y="4654"/>
                      <a:pt x="347" y="6040"/>
                      <a:pt x="1261" y="7017"/>
                    </a:cubicBezTo>
                    <a:cubicBezTo>
                      <a:pt x="1607" y="7395"/>
                      <a:pt x="1828" y="7930"/>
                      <a:pt x="1922" y="8434"/>
                    </a:cubicBezTo>
                    <a:lnTo>
                      <a:pt x="3025" y="8434"/>
                    </a:lnTo>
                    <a:lnTo>
                      <a:pt x="3025" y="5284"/>
                    </a:lnTo>
                    <a:cubicBezTo>
                      <a:pt x="3025" y="5158"/>
                      <a:pt x="4064" y="3141"/>
                      <a:pt x="4127" y="3047"/>
                    </a:cubicBezTo>
                    <a:cubicBezTo>
                      <a:pt x="4190" y="2921"/>
                      <a:pt x="4317" y="2858"/>
                      <a:pt x="4443" y="2858"/>
                    </a:cubicBezTo>
                    <a:cubicBezTo>
                      <a:pt x="4569" y="2858"/>
                      <a:pt x="4695" y="2921"/>
                      <a:pt x="4758" y="3047"/>
                    </a:cubicBezTo>
                    <a:cubicBezTo>
                      <a:pt x="4852" y="3141"/>
                      <a:pt x="5860" y="5158"/>
                      <a:pt x="5860" y="5284"/>
                    </a:cubicBezTo>
                    <a:lnTo>
                      <a:pt x="5860" y="8434"/>
                    </a:lnTo>
                    <a:lnTo>
                      <a:pt x="6963" y="8434"/>
                    </a:lnTo>
                    <a:cubicBezTo>
                      <a:pt x="7057" y="7930"/>
                      <a:pt x="7278" y="7395"/>
                      <a:pt x="7625" y="6985"/>
                    </a:cubicBezTo>
                    <a:cubicBezTo>
                      <a:pt x="8255" y="6260"/>
                      <a:pt x="8601" y="5284"/>
                      <a:pt x="8601" y="4244"/>
                    </a:cubicBezTo>
                    <a:cubicBezTo>
                      <a:pt x="8601" y="2984"/>
                      <a:pt x="8066" y="1787"/>
                      <a:pt x="7026" y="936"/>
                    </a:cubicBezTo>
                    <a:cubicBezTo>
                      <a:pt x="6270" y="327"/>
                      <a:pt x="5327" y="0"/>
                      <a:pt x="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45"/>
              <p:cNvSpPr/>
              <p:nvPr/>
            </p:nvSpPr>
            <p:spPr>
              <a:xfrm>
                <a:off x="-49633450" y="3697475"/>
                <a:ext cx="35475" cy="65400"/>
              </a:xfrm>
              <a:custGeom>
                <a:rect b="b" l="l" r="r" t="t"/>
                <a:pathLst>
                  <a:path extrusionOk="0" h="2616" w="1419">
                    <a:moveTo>
                      <a:pt x="0" y="1"/>
                    </a:moveTo>
                    <a:lnTo>
                      <a:pt x="0" y="2616"/>
                    </a:lnTo>
                    <a:lnTo>
                      <a:pt x="1418" y="2616"/>
                    </a:lnTo>
                    <a:lnTo>
                      <a:pt x="1418" y="1"/>
                    </a:lnTo>
                    <a:cubicBezTo>
                      <a:pt x="1198" y="95"/>
                      <a:pt x="946" y="127"/>
                      <a:pt x="725" y="127"/>
                    </a:cubicBezTo>
                    <a:cubicBezTo>
                      <a:pt x="473" y="127"/>
                      <a:pt x="252" y="9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45"/>
              <p:cNvSpPr/>
              <p:nvPr/>
            </p:nvSpPr>
            <p:spPr>
              <a:xfrm>
                <a:off x="-49676775" y="3780975"/>
                <a:ext cx="123675" cy="34675"/>
              </a:xfrm>
              <a:custGeom>
                <a:rect b="b" l="l" r="r" t="t"/>
                <a:pathLst>
                  <a:path extrusionOk="0" h="1387" w="4947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946"/>
                      <a:pt x="473" y="1387"/>
                      <a:pt x="1072" y="1387"/>
                    </a:cubicBezTo>
                    <a:lnTo>
                      <a:pt x="3876" y="1387"/>
                    </a:lnTo>
                    <a:cubicBezTo>
                      <a:pt x="4474" y="1387"/>
                      <a:pt x="4947" y="946"/>
                      <a:pt x="4947" y="347"/>
                    </a:cubicBezTo>
                    <a:lnTo>
                      <a:pt x="49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-49630300" y="3651800"/>
                <a:ext cx="29150" cy="31325"/>
              </a:xfrm>
              <a:custGeom>
                <a:rect b="b" l="l" r="r" t="t"/>
                <a:pathLst>
                  <a:path extrusionOk="0" h="1253" w="1166">
                    <a:moveTo>
                      <a:pt x="599" y="1"/>
                    </a:moveTo>
                    <a:lnTo>
                      <a:pt x="0" y="1135"/>
                    </a:lnTo>
                    <a:cubicBezTo>
                      <a:pt x="189" y="1214"/>
                      <a:pt x="386" y="1253"/>
                      <a:pt x="583" y="1253"/>
                    </a:cubicBezTo>
                    <a:cubicBezTo>
                      <a:pt x="780" y="1253"/>
                      <a:pt x="977" y="1214"/>
                      <a:pt x="1166" y="1135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-49657875" y="3833750"/>
                <a:ext cx="85100" cy="18125"/>
              </a:xfrm>
              <a:custGeom>
                <a:rect b="b" l="l" r="r" t="t"/>
                <a:pathLst>
                  <a:path extrusionOk="0" h="725" w="3404">
                    <a:moveTo>
                      <a:pt x="1" y="0"/>
                    </a:moveTo>
                    <a:cubicBezTo>
                      <a:pt x="158" y="410"/>
                      <a:pt x="536" y="725"/>
                      <a:pt x="977" y="725"/>
                    </a:cubicBezTo>
                    <a:lnTo>
                      <a:pt x="2395" y="725"/>
                    </a:lnTo>
                    <a:cubicBezTo>
                      <a:pt x="2868" y="725"/>
                      <a:pt x="3246" y="410"/>
                      <a:pt x="3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10" name="Google Shape;1110;p45"/>
          <p:cNvSpPr/>
          <p:nvPr/>
        </p:nvSpPr>
        <p:spPr>
          <a:xfrm>
            <a:off x="-460550" y="-899085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6"/>
          <p:cNvSpPr txBox="1"/>
          <p:nvPr>
            <p:ph hasCustomPrompt="1" type="title"/>
          </p:nvPr>
        </p:nvSpPr>
        <p:spPr>
          <a:xfrm>
            <a:off x="4678175" y="3390100"/>
            <a:ext cx="36651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4" name="Google Shape;1114;p46"/>
          <p:cNvSpPr txBox="1"/>
          <p:nvPr>
            <p:ph hasCustomPrompt="1" idx="2" type="title"/>
          </p:nvPr>
        </p:nvSpPr>
        <p:spPr>
          <a:xfrm>
            <a:off x="800725" y="537250"/>
            <a:ext cx="36651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5" name="Google Shape;1115;p46"/>
          <p:cNvSpPr txBox="1"/>
          <p:nvPr>
            <p:ph hasCustomPrompt="1" idx="3" type="title"/>
          </p:nvPr>
        </p:nvSpPr>
        <p:spPr>
          <a:xfrm>
            <a:off x="2739450" y="1960988"/>
            <a:ext cx="36651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16" name="Google Shape;1116;p46"/>
          <p:cNvSpPr txBox="1"/>
          <p:nvPr>
            <p:ph idx="1" type="subTitle"/>
          </p:nvPr>
        </p:nvSpPr>
        <p:spPr>
          <a:xfrm>
            <a:off x="4678175" y="4160450"/>
            <a:ext cx="3665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17" name="Google Shape;1117;p46"/>
          <p:cNvSpPr txBox="1"/>
          <p:nvPr>
            <p:ph idx="4" type="subTitle"/>
          </p:nvPr>
        </p:nvSpPr>
        <p:spPr>
          <a:xfrm>
            <a:off x="2739450" y="2731350"/>
            <a:ext cx="3665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18" name="Google Shape;1118;p46"/>
          <p:cNvSpPr txBox="1"/>
          <p:nvPr>
            <p:ph idx="5" type="subTitle"/>
          </p:nvPr>
        </p:nvSpPr>
        <p:spPr>
          <a:xfrm>
            <a:off x="800725" y="1307650"/>
            <a:ext cx="36651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19" name="Google Shape;1119;p46"/>
          <p:cNvGrpSpPr/>
          <p:nvPr/>
        </p:nvGrpSpPr>
        <p:grpSpPr>
          <a:xfrm>
            <a:off x="6756573" y="-862858"/>
            <a:ext cx="2170507" cy="2170507"/>
            <a:chOff x="4008240" y="1896120"/>
            <a:chExt cx="1703160" cy="1703160"/>
          </a:xfrm>
        </p:grpSpPr>
        <p:sp>
          <p:nvSpPr>
            <p:cNvPr id="1120" name="Google Shape;1120;p46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6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6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6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6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6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6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6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46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46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46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46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2" name="Google Shape;1132;p46"/>
          <p:cNvSpPr/>
          <p:nvPr/>
        </p:nvSpPr>
        <p:spPr>
          <a:xfrm>
            <a:off x="733236" y="3818740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6"/>
          <p:cNvSpPr/>
          <p:nvPr/>
        </p:nvSpPr>
        <p:spPr>
          <a:xfrm>
            <a:off x="-626027" y="3426798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46"/>
          <p:cNvSpPr/>
          <p:nvPr/>
        </p:nvSpPr>
        <p:spPr>
          <a:xfrm>
            <a:off x="8038236" y="72478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5" name="Google Shape;1135;p46"/>
          <p:cNvGrpSpPr/>
          <p:nvPr/>
        </p:nvGrpSpPr>
        <p:grpSpPr>
          <a:xfrm>
            <a:off x="7791479" y="1468638"/>
            <a:ext cx="751800" cy="751800"/>
            <a:chOff x="6855925" y="1231013"/>
            <a:chExt cx="751800" cy="751800"/>
          </a:xfrm>
        </p:grpSpPr>
        <p:sp>
          <p:nvSpPr>
            <p:cNvPr id="1136" name="Google Shape;1136;p46"/>
            <p:cNvSpPr/>
            <p:nvPr/>
          </p:nvSpPr>
          <p:spPr>
            <a:xfrm>
              <a:off x="6855925" y="1231013"/>
              <a:ext cx="751800" cy="751800"/>
            </a:xfrm>
            <a:prstGeom prst="ellipse">
              <a:avLst/>
            </a:prstGeom>
            <a:solidFill>
              <a:srgbClr val="D7E4EA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137" name="Google Shape;1137;p46"/>
            <p:cNvGrpSpPr/>
            <p:nvPr/>
          </p:nvGrpSpPr>
          <p:grpSpPr>
            <a:xfrm>
              <a:off x="7076532" y="1430512"/>
              <a:ext cx="310602" cy="352803"/>
              <a:chOff x="-28069875" y="3175300"/>
              <a:chExt cx="260725" cy="296150"/>
            </a:xfrm>
          </p:grpSpPr>
          <p:sp>
            <p:nvSpPr>
              <p:cNvPr id="1138" name="Google Shape;1138;p46"/>
              <p:cNvSpPr/>
              <p:nvPr/>
            </p:nvSpPr>
            <p:spPr>
              <a:xfrm>
                <a:off x="-28059650" y="3192625"/>
                <a:ext cx="26025" cy="70125"/>
              </a:xfrm>
              <a:custGeom>
                <a:rect b="b" l="l" r="r" t="t"/>
                <a:pathLst>
                  <a:path extrusionOk="0" h="2805" w="1041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458"/>
                    </a:lnTo>
                    <a:cubicBezTo>
                      <a:pt x="410" y="2458"/>
                      <a:pt x="757" y="2584"/>
                      <a:pt x="1040" y="2804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46"/>
              <p:cNvSpPr/>
              <p:nvPr/>
            </p:nvSpPr>
            <p:spPr>
              <a:xfrm>
                <a:off x="-27843050" y="3192625"/>
                <a:ext cx="26025" cy="69325"/>
              </a:xfrm>
              <a:custGeom>
                <a:rect b="b" l="l" r="r" t="t"/>
                <a:pathLst>
                  <a:path extrusionOk="0" h="2773" w="1041">
                    <a:moveTo>
                      <a:pt x="536" y="0"/>
                    </a:moveTo>
                    <a:cubicBezTo>
                      <a:pt x="253" y="0"/>
                      <a:pt x="1" y="252"/>
                      <a:pt x="1" y="536"/>
                    </a:cubicBezTo>
                    <a:lnTo>
                      <a:pt x="1" y="2773"/>
                    </a:lnTo>
                    <a:cubicBezTo>
                      <a:pt x="284" y="2584"/>
                      <a:pt x="694" y="2426"/>
                      <a:pt x="1040" y="2426"/>
                    </a:cubicBezTo>
                    <a:lnTo>
                      <a:pt x="1040" y="536"/>
                    </a:lnTo>
                    <a:cubicBezTo>
                      <a:pt x="1040" y="252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46"/>
              <p:cNvSpPr/>
              <p:nvPr/>
            </p:nvSpPr>
            <p:spPr>
              <a:xfrm>
                <a:off x="-27973000" y="3202075"/>
                <a:ext cx="26000" cy="57525"/>
              </a:xfrm>
              <a:custGeom>
                <a:rect b="b" l="l" r="r" t="t"/>
                <a:pathLst>
                  <a:path extrusionOk="0" h="2301" w="104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1954"/>
                    </a:lnTo>
                    <a:cubicBezTo>
                      <a:pt x="410" y="1985"/>
                      <a:pt x="756" y="2080"/>
                      <a:pt x="1040" y="2300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46"/>
              <p:cNvSpPr/>
              <p:nvPr/>
            </p:nvSpPr>
            <p:spPr>
              <a:xfrm>
                <a:off x="-27929675" y="3202075"/>
                <a:ext cx="26000" cy="57525"/>
              </a:xfrm>
              <a:custGeom>
                <a:rect b="b" l="l" r="r" t="t"/>
                <a:pathLst>
                  <a:path extrusionOk="0" h="2301" w="1040">
                    <a:moveTo>
                      <a:pt x="536" y="0"/>
                    </a:moveTo>
                    <a:cubicBezTo>
                      <a:pt x="252" y="0"/>
                      <a:pt x="0" y="221"/>
                      <a:pt x="0" y="504"/>
                    </a:cubicBezTo>
                    <a:lnTo>
                      <a:pt x="0" y="2300"/>
                    </a:lnTo>
                    <a:cubicBezTo>
                      <a:pt x="315" y="2111"/>
                      <a:pt x="693" y="1985"/>
                      <a:pt x="1040" y="1954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46"/>
              <p:cNvSpPr/>
              <p:nvPr/>
            </p:nvSpPr>
            <p:spPr>
              <a:xfrm>
                <a:off x="-28016325" y="3175300"/>
                <a:ext cx="26025" cy="91375"/>
              </a:xfrm>
              <a:custGeom>
                <a:rect b="b" l="l" r="r" t="t"/>
                <a:pathLst>
                  <a:path extrusionOk="0" h="3655" w="1041">
                    <a:moveTo>
                      <a:pt x="536" y="0"/>
                    </a:moveTo>
                    <a:cubicBezTo>
                      <a:pt x="253" y="0"/>
                      <a:pt x="1" y="221"/>
                      <a:pt x="1" y="504"/>
                    </a:cubicBezTo>
                    <a:lnTo>
                      <a:pt x="1" y="3655"/>
                    </a:lnTo>
                    <a:cubicBezTo>
                      <a:pt x="1" y="3655"/>
                      <a:pt x="1" y="3623"/>
                      <a:pt x="64" y="3623"/>
                    </a:cubicBezTo>
                    <a:cubicBezTo>
                      <a:pt x="284" y="3371"/>
                      <a:pt x="631" y="3182"/>
                      <a:pt x="1040" y="3056"/>
                    </a:cubicBezTo>
                    <a:lnTo>
                      <a:pt x="1040" y="504"/>
                    </a:lnTo>
                    <a:cubicBezTo>
                      <a:pt x="1040" y="221"/>
                      <a:pt x="788" y="0"/>
                      <a:pt x="536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46"/>
              <p:cNvSpPr/>
              <p:nvPr/>
            </p:nvSpPr>
            <p:spPr>
              <a:xfrm>
                <a:off x="-27886375" y="3176075"/>
                <a:ext cx="26025" cy="91400"/>
              </a:xfrm>
              <a:custGeom>
                <a:rect b="b" l="l" r="r" t="t"/>
                <a:pathLst>
                  <a:path extrusionOk="0" h="3656" w="1041">
                    <a:moveTo>
                      <a:pt x="536" y="1"/>
                    </a:moveTo>
                    <a:cubicBezTo>
                      <a:pt x="253" y="1"/>
                      <a:pt x="1" y="221"/>
                      <a:pt x="1" y="505"/>
                    </a:cubicBezTo>
                    <a:lnTo>
                      <a:pt x="1" y="3088"/>
                    </a:lnTo>
                    <a:cubicBezTo>
                      <a:pt x="379" y="3151"/>
                      <a:pt x="726" y="3340"/>
                      <a:pt x="1041" y="3655"/>
                    </a:cubicBezTo>
                    <a:lnTo>
                      <a:pt x="1041" y="505"/>
                    </a:lnTo>
                    <a:cubicBezTo>
                      <a:pt x="1041" y="253"/>
                      <a:pt x="789" y="1"/>
                      <a:pt x="536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46"/>
              <p:cNvSpPr/>
              <p:nvPr/>
            </p:nvSpPr>
            <p:spPr>
              <a:xfrm>
                <a:off x="-28017900" y="3269025"/>
                <a:ext cx="161475" cy="133125"/>
              </a:xfrm>
              <a:custGeom>
                <a:rect b="b" l="l" r="r" t="t"/>
                <a:pathLst>
                  <a:path extrusionOk="0" h="5325" w="6459">
                    <a:moveTo>
                      <a:pt x="1733" y="0"/>
                    </a:moveTo>
                    <a:cubicBezTo>
                      <a:pt x="1355" y="0"/>
                      <a:pt x="946" y="158"/>
                      <a:pt x="662" y="410"/>
                    </a:cubicBezTo>
                    <a:cubicBezTo>
                      <a:pt x="64" y="882"/>
                      <a:pt x="1" y="1639"/>
                      <a:pt x="347" y="2237"/>
                    </a:cubicBezTo>
                    <a:cubicBezTo>
                      <a:pt x="1324" y="2458"/>
                      <a:pt x="2048" y="3340"/>
                      <a:pt x="2174" y="4348"/>
                    </a:cubicBezTo>
                    <a:lnTo>
                      <a:pt x="3214" y="5325"/>
                    </a:lnTo>
                    <a:lnTo>
                      <a:pt x="4285" y="4348"/>
                    </a:lnTo>
                    <a:cubicBezTo>
                      <a:pt x="4380" y="3340"/>
                      <a:pt x="5073" y="2521"/>
                      <a:pt x="6113" y="2237"/>
                    </a:cubicBezTo>
                    <a:cubicBezTo>
                      <a:pt x="6459" y="1639"/>
                      <a:pt x="6333" y="882"/>
                      <a:pt x="5860" y="410"/>
                    </a:cubicBezTo>
                    <a:cubicBezTo>
                      <a:pt x="5577" y="158"/>
                      <a:pt x="5199" y="0"/>
                      <a:pt x="4789" y="0"/>
                    </a:cubicBezTo>
                    <a:cubicBezTo>
                      <a:pt x="4411" y="0"/>
                      <a:pt x="4002" y="158"/>
                      <a:pt x="3750" y="410"/>
                    </a:cubicBezTo>
                    <a:lnTo>
                      <a:pt x="3277" y="882"/>
                    </a:lnTo>
                    <a:lnTo>
                      <a:pt x="2805" y="410"/>
                    </a:lnTo>
                    <a:cubicBezTo>
                      <a:pt x="2521" y="158"/>
                      <a:pt x="2143" y="0"/>
                      <a:pt x="1733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46"/>
              <p:cNvSpPr/>
              <p:nvPr/>
            </p:nvSpPr>
            <p:spPr>
              <a:xfrm>
                <a:off x="-27930475" y="3269800"/>
                <a:ext cx="121325" cy="201650"/>
              </a:xfrm>
              <a:custGeom>
                <a:rect b="b" l="l" r="r" t="t"/>
                <a:pathLst>
                  <a:path extrusionOk="0" h="8066" w="4853">
                    <a:moveTo>
                      <a:pt x="4506" y="1"/>
                    </a:moveTo>
                    <a:cubicBezTo>
                      <a:pt x="3876" y="1"/>
                      <a:pt x="3403" y="505"/>
                      <a:pt x="3403" y="1198"/>
                    </a:cubicBezTo>
                    <a:lnTo>
                      <a:pt x="3403" y="2395"/>
                    </a:lnTo>
                    <a:cubicBezTo>
                      <a:pt x="3403" y="2584"/>
                      <a:pt x="3246" y="2742"/>
                      <a:pt x="3025" y="2742"/>
                    </a:cubicBezTo>
                    <a:cubicBezTo>
                      <a:pt x="2679" y="2742"/>
                      <a:pt x="2363" y="2868"/>
                      <a:pt x="2080" y="3025"/>
                    </a:cubicBezTo>
                    <a:cubicBezTo>
                      <a:pt x="1702" y="3372"/>
                      <a:pt x="1418" y="3939"/>
                      <a:pt x="1418" y="4474"/>
                    </a:cubicBezTo>
                    <a:lnTo>
                      <a:pt x="1418" y="5231"/>
                    </a:lnTo>
                    <a:cubicBezTo>
                      <a:pt x="1418" y="5420"/>
                      <a:pt x="1261" y="5577"/>
                      <a:pt x="1072" y="5577"/>
                    </a:cubicBezTo>
                    <a:cubicBezTo>
                      <a:pt x="883" y="5577"/>
                      <a:pt x="725" y="5420"/>
                      <a:pt x="725" y="5231"/>
                    </a:cubicBezTo>
                    <a:lnTo>
                      <a:pt x="1" y="5892"/>
                    </a:lnTo>
                    <a:lnTo>
                      <a:pt x="1" y="8066"/>
                    </a:lnTo>
                    <a:lnTo>
                      <a:pt x="3813" y="8066"/>
                    </a:lnTo>
                    <a:cubicBezTo>
                      <a:pt x="4033" y="8066"/>
                      <a:pt x="4191" y="7908"/>
                      <a:pt x="4191" y="7719"/>
                    </a:cubicBezTo>
                    <a:cubicBezTo>
                      <a:pt x="4191" y="7530"/>
                      <a:pt x="4033" y="7373"/>
                      <a:pt x="3813" y="7373"/>
                    </a:cubicBezTo>
                    <a:lnTo>
                      <a:pt x="3466" y="7373"/>
                    </a:lnTo>
                    <a:lnTo>
                      <a:pt x="3466" y="6270"/>
                    </a:lnTo>
                    <a:cubicBezTo>
                      <a:pt x="3466" y="6176"/>
                      <a:pt x="3498" y="6050"/>
                      <a:pt x="3592" y="6018"/>
                    </a:cubicBezTo>
                    <a:lnTo>
                      <a:pt x="4128" y="5420"/>
                    </a:lnTo>
                    <a:cubicBezTo>
                      <a:pt x="4600" y="4947"/>
                      <a:pt x="4852" y="4380"/>
                      <a:pt x="4852" y="3687"/>
                    </a:cubicBezTo>
                    <a:lnTo>
                      <a:pt x="4852" y="347"/>
                    </a:lnTo>
                    <a:cubicBezTo>
                      <a:pt x="4852" y="158"/>
                      <a:pt x="4695" y="1"/>
                      <a:pt x="4506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46"/>
              <p:cNvSpPr/>
              <p:nvPr/>
            </p:nvSpPr>
            <p:spPr>
              <a:xfrm>
                <a:off x="-28069875" y="3271375"/>
                <a:ext cx="122875" cy="200075"/>
              </a:xfrm>
              <a:custGeom>
                <a:rect b="b" l="l" r="r" t="t"/>
                <a:pathLst>
                  <a:path extrusionOk="0" h="8003" w="4915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3718"/>
                    </a:lnTo>
                    <a:cubicBezTo>
                      <a:pt x="0" y="4348"/>
                      <a:pt x="221" y="4979"/>
                      <a:pt x="693" y="5451"/>
                    </a:cubicBezTo>
                    <a:lnTo>
                      <a:pt x="1323" y="5955"/>
                    </a:lnTo>
                    <a:cubicBezTo>
                      <a:pt x="1418" y="6018"/>
                      <a:pt x="1449" y="6113"/>
                      <a:pt x="1449" y="6207"/>
                    </a:cubicBezTo>
                    <a:lnTo>
                      <a:pt x="1449" y="7310"/>
                    </a:lnTo>
                    <a:lnTo>
                      <a:pt x="1103" y="7310"/>
                    </a:lnTo>
                    <a:cubicBezTo>
                      <a:pt x="882" y="7310"/>
                      <a:pt x="725" y="7467"/>
                      <a:pt x="725" y="7656"/>
                    </a:cubicBezTo>
                    <a:cubicBezTo>
                      <a:pt x="725" y="7845"/>
                      <a:pt x="882" y="8003"/>
                      <a:pt x="1103" y="8003"/>
                    </a:cubicBezTo>
                    <a:lnTo>
                      <a:pt x="4915" y="8003"/>
                    </a:lnTo>
                    <a:lnTo>
                      <a:pt x="4915" y="5829"/>
                    </a:lnTo>
                    <a:lnTo>
                      <a:pt x="4190" y="5168"/>
                    </a:lnTo>
                    <a:cubicBezTo>
                      <a:pt x="4190" y="5357"/>
                      <a:pt x="4033" y="5514"/>
                      <a:pt x="3844" y="5514"/>
                    </a:cubicBezTo>
                    <a:cubicBezTo>
                      <a:pt x="3655" y="5514"/>
                      <a:pt x="3497" y="5357"/>
                      <a:pt x="3497" y="5168"/>
                    </a:cubicBezTo>
                    <a:lnTo>
                      <a:pt x="3497" y="4411"/>
                    </a:lnTo>
                    <a:cubicBezTo>
                      <a:pt x="3497" y="3876"/>
                      <a:pt x="3214" y="3372"/>
                      <a:pt x="2741" y="3057"/>
                    </a:cubicBezTo>
                    <a:cubicBezTo>
                      <a:pt x="2458" y="2899"/>
                      <a:pt x="2143" y="2773"/>
                      <a:pt x="1796" y="2773"/>
                    </a:cubicBezTo>
                    <a:cubicBezTo>
                      <a:pt x="1607" y="2773"/>
                      <a:pt x="1449" y="2616"/>
                      <a:pt x="1449" y="2427"/>
                    </a:cubicBezTo>
                    <a:lnTo>
                      <a:pt x="1449" y="1229"/>
                    </a:lnTo>
                    <a:cubicBezTo>
                      <a:pt x="1449" y="473"/>
                      <a:pt x="945" y="1"/>
                      <a:pt x="347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7" name="Google Shape;1147;p46"/>
          <p:cNvGrpSpPr/>
          <p:nvPr/>
        </p:nvGrpSpPr>
        <p:grpSpPr>
          <a:xfrm>
            <a:off x="579021" y="2619138"/>
            <a:ext cx="751800" cy="751800"/>
            <a:chOff x="6855925" y="3049888"/>
            <a:chExt cx="751800" cy="751800"/>
          </a:xfrm>
        </p:grpSpPr>
        <p:sp>
          <p:nvSpPr>
            <p:cNvPr id="1148" name="Google Shape;1148;p46"/>
            <p:cNvSpPr/>
            <p:nvPr/>
          </p:nvSpPr>
          <p:spPr>
            <a:xfrm>
              <a:off x="6855925" y="3049888"/>
              <a:ext cx="751800" cy="7518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149" name="Google Shape;1149;p46"/>
            <p:cNvGrpSpPr/>
            <p:nvPr/>
          </p:nvGrpSpPr>
          <p:grpSpPr>
            <a:xfrm>
              <a:off x="7062229" y="3256155"/>
              <a:ext cx="339200" cy="339271"/>
              <a:chOff x="5049725" y="2027900"/>
              <a:chExt cx="481750" cy="481850"/>
            </a:xfrm>
          </p:grpSpPr>
          <p:sp>
            <p:nvSpPr>
              <p:cNvPr id="1150" name="Google Shape;1150;p46"/>
              <p:cNvSpPr/>
              <p:nvPr/>
            </p:nvSpPr>
            <p:spPr>
              <a:xfrm>
                <a:off x="5191775" y="2394925"/>
                <a:ext cx="197625" cy="114825"/>
              </a:xfrm>
              <a:custGeom>
                <a:rect b="b" l="l" r="r" t="t"/>
                <a:pathLst>
                  <a:path extrusionOk="0" h="4593" w="7905">
                    <a:moveTo>
                      <a:pt x="0" y="0"/>
                    </a:moveTo>
                    <a:lnTo>
                      <a:pt x="0" y="566"/>
                    </a:lnTo>
                    <a:cubicBezTo>
                      <a:pt x="3" y="1298"/>
                      <a:pt x="479" y="1949"/>
                      <a:pt x="1178" y="2171"/>
                    </a:cubicBezTo>
                    <a:cubicBezTo>
                      <a:pt x="1407" y="3502"/>
                      <a:pt x="2560" y="4593"/>
                      <a:pt x="3954" y="4593"/>
                    </a:cubicBezTo>
                    <a:cubicBezTo>
                      <a:pt x="5345" y="4593"/>
                      <a:pt x="6499" y="3502"/>
                      <a:pt x="6728" y="2171"/>
                    </a:cubicBezTo>
                    <a:cubicBezTo>
                      <a:pt x="7426" y="1949"/>
                      <a:pt x="7902" y="1298"/>
                      <a:pt x="7905" y="566"/>
                    </a:cubicBezTo>
                    <a:lnTo>
                      <a:pt x="7905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1" name="Google Shape;1151;p46"/>
              <p:cNvSpPr/>
              <p:nvPr/>
            </p:nvSpPr>
            <p:spPr>
              <a:xfrm>
                <a:off x="5113625" y="2027900"/>
                <a:ext cx="347300" cy="338825"/>
              </a:xfrm>
              <a:custGeom>
                <a:rect b="b" l="l" r="r" t="t"/>
                <a:pathLst>
                  <a:path extrusionOk="0" h="13553" w="13892">
                    <a:moveTo>
                      <a:pt x="7080" y="2260"/>
                    </a:moveTo>
                    <a:cubicBezTo>
                      <a:pt x="9574" y="2263"/>
                      <a:pt x="11594" y="4284"/>
                      <a:pt x="11597" y="6777"/>
                    </a:cubicBezTo>
                    <a:cubicBezTo>
                      <a:pt x="11597" y="7090"/>
                      <a:pt x="11344" y="7340"/>
                      <a:pt x="11031" y="7340"/>
                    </a:cubicBezTo>
                    <a:cubicBezTo>
                      <a:pt x="10718" y="7340"/>
                      <a:pt x="10468" y="7090"/>
                      <a:pt x="10468" y="6777"/>
                    </a:cubicBezTo>
                    <a:cubicBezTo>
                      <a:pt x="10465" y="4907"/>
                      <a:pt x="8950" y="3392"/>
                      <a:pt x="7080" y="3389"/>
                    </a:cubicBezTo>
                    <a:cubicBezTo>
                      <a:pt x="6767" y="3389"/>
                      <a:pt x="6514" y="3136"/>
                      <a:pt x="6514" y="2826"/>
                    </a:cubicBezTo>
                    <a:cubicBezTo>
                      <a:pt x="6514" y="2513"/>
                      <a:pt x="6767" y="2260"/>
                      <a:pt x="7080" y="2260"/>
                    </a:cubicBezTo>
                    <a:close/>
                    <a:moveTo>
                      <a:pt x="7070" y="1"/>
                    </a:moveTo>
                    <a:cubicBezTo>
                      <a:pt x="6595" y="1"/>
                      <a:pt x="6111" y="50"/>
                      <a:pt x="5623" y="152"/>
                    </a:cubicBezTo>
                    <a:cubicBezTo>
                      <a:pt x="3075" y="685"/>
                      <a:pt x="1001" y="2754"/>
                      <a:pt x="459" y="5301"/>
                    </a:cubicBezTo>
                    <a:cubicBezTo>
                      <a:pt x="1" y="7469"/>
                      <a:pt x="567" y="9644"/>
                      <a:pt x="2015" y="11270"/>
                    </a:cubicBezTo>
                    <a:cubicBezTo>
                      <a:pt x="2584" y="11908"/>
                      <a:pt x="2952" y="12703"/>
                      <a:pt x="3072" y="13552"/>
                    </a:cubicBezTo>
                    <a:lnTo>
                      <a:pt x="11088" y="13552"/>
                    </a:lnTo>
                    <a:cubicBezTo>
                      <a:pt x="11221" y="12691"/>
                      <a:pt x="11597" y="11887"/>
                      <a:pt x="12175" y="11233"/>
                    </a:cubicBezTo>
                    <a:cubicBezTo>
                      <a:pt x="13259" y="10002"/>
                      <a:pt x="13892" y="8418"/>
                      <a:pt x="13892" y="6777"/>
                    </a:cubicBezTo>
                    <a:cubicBezTo>
                      <a:pt x="13892" y="2969"/>
                      <a:pt x="10766" y="1"/>
                      <a:pt x="7070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2" name="Google Shape;1152;p46"/>
              <p:cNvSpPr/>
              <p:nvPr/>
            </p:nvSpPr>
            <p:spPr>
              <a:xfrm>
                <a:off x="5049725" y="2197300"/>
                <a:ext cx="56400" cy="28275"/>
              </a:xfrm>
              <a:custGeom>
                <a:rect b="b" l="l" r="r" t="t"/>
                <a:pathLst>
                  <a:path extrusionOk="0" h="1131" w="2256">
                    <a:moveTo>
                      <a:pt x="563" y="1"/>
                    </a:moveTo>
                    <a:cubicBezTo>
                      <a:pt x="250" y="1"/>
                      <a:pt x="0" y="254"/>
                      <a:pt x="0" y="567"/>
                    </a:cubicBezTo>
                    <a:cubicBezTo>
                      <a:pt x="0" y="877"/>
                      <a:pt x="250" y="1130"/>
                      <a:pt x="563" y="1130"/>
                    </a:cubicBezTo>
                    <a:lnTo>
                      <a:pt x="1693" y="1130"/>
                    </a:lnTo>
                    <a:cubicBezTo>
                      <a:pt x="2006" y="1130"/>
                      <a:pt x="2256" y="877"/>
                      <a:pt x="2256" y="567"/>
                    </a:cubicBezTo>
                    <a:cubicBezTo>
                      <a:pt x="2256" y="254"/>
                      <a:pt x="2006" y="1"/>
                      <a:pt x="1693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3" name="Google Shape;1153;p46"/>
              <p:cNvSpPr/>
              <p:nvPr/>
            </p:nvSpPr>
            <p:spPr>
              <a:xfrm>
                <a:off x="5052575" y="2102800"/>
                <a:ext cx="50850" cy="48075"/>
              </a:xfrm>
              <a:custGeom>
                <a:rect b="b" l="l" r="r" t="t"/>
                <a:pathLst>
                  <a:path extrusionOk="0" h="1923" w="2034">
                    <a:moveTo>
                      <a:pt x="623" y="0"/>
                    </a:moveTo>
                    <a:cubicBezTo>
                      <a:pt x="478" y="0"/>
                      <a:pt x="333" y="56"/>
                      <a:pt x="224" y="167"/>
                    </a:cubicBezTo>
                    <a:cubicBezTo>
                      <a:pt x="4" y="384"/>
                      <a:pt x="1" y="736"/>
                      <a:pt x="214" y="959"/>
                    </a:cubicBezTo>
                    <a:lnTo>
                      <a:pt x="1015" y="1757"/>
                    </a:lnTo>
                    <a:cubicBezTo>
                      <a:pt x="1125" y="1867"/>
                      <a:pt x="1269" y="1922"/>
                      <a:pt x="1413" y="1922"/>
                    </a:cubicBezTo>
                    <a:cubicBezTo>
                      <a:pt x="1558" y="1922"/>
                      <a:pt x="1702" y="1867"/>
                      <a:pt x="1813" y="1757"/>
                    </a:cubicBezTo>
                    <a:cubicBezTo>
                      <a:pt x="2033" y="1534"/>
                      <a:pt x="2033" y="1179"/>
                      <a:pt x="1813" y="959"/>
                    </a:cubicBezTo>
                    <a:lnTo>
                      <a:pt x="1015" y="158"/>
                    </a:lnTo>
                    <a:cubicBezTo>
                      <a:pt x="906" y="53"/>
                      <a:pt x="764" y="0"/>
                      <a:pt x="623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4" name="Google Shape;1154;p46"/>
              <p:cNvSpPr/>
              <p:nvPr/>
            </p:nvSpPr>
            <p:spPr>
              <a:xfrm>
                <a:off x="5052575" y="2272175"/>
                <a:ext cx="50700" cy="47900"/>
              </a:xfrm>
              <a:custGeom>
                <a:rect b="b" l="l" r="r" t="t"/>
                <a:pathLst>
                  <a:path extrusionOk="0" h="1916" w="2028">
                    <a:moveTo>
                      <a:pt x="1405" y="0"/>
                    </a:moveTo>
                    <a:cubicBezTo>
                      <a:pt x="1264" y="0"/>
                      <a:pt x="1124" y="53"/>
                      <a:pt x="1015" y="159"/>
                    </a:cubicBezTo>
                    <a:lnTo>
                      <a:pt x="214" y="960"/>
                    </a:lnTo>
                    <a:cubicBezTo>
                      <a:pt x="1" y="1179"/>
                      <a:pt x="4" y="1532"/>
                      <a:pt x="224" y="1749"/>
                    </a:cubicBezTo>
                    <a:cubicBezTo>
                      <a:pt x="333" y="1860"/>
                      <a:pt x="478" y="1916"/>
                      <a:pt x="623" y="1916"/>
                    </a:cubicBezTo>
                    <a:cubicBezTo>
                      <a:pt x="764" y="1916"/>
                      <a:pt x="906" y="1863"/>
                      <a:pt x="1015" y="1758"/>
                    </a:cubicBezTo>
                    <a:lnTo>
                      <a:pt x="1813" y="960"/>
                    </a:lnTo>
                    <a:cubicBezTo>
                      <a:pt x="2027" y="737"/>
                      <a:pt x="2024" y="384"/>
                      <a:pt x="1804" y="168"/>
                    </a:cubicBezTo>
                    <a:cubicBezTo>
                      <a:pt x="1695" y="56"/>
                      <a:pt x="1550" y="0"/>
                      <a:pt x="1405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5" name="Google Shape;1155;p46"/>
              <p:cNvSpPr/>
              <p:nvPr/>
            </p:nvSpPr>
            <p:spPr>
              <a:xfrm>
                <a:off x="5475050" y="2197300"/>
                <a:ext cx="56425" cy="28275"/>
              </a:xfrm>
              <a:custGeom>
                <a:rect b="b" l="l" r="r" t="t"/>
                <a:pathLst>
                  <a:path extrusionOk="0" h="1131" w="2257">
                    <a:moveTo>
                      <a:pt x="564" y="1"/>
                    </a:moveTo>
                    <a:cubicBezTo>
                      <a:pt x="251" y="1"/>
                      <a:pt x="1" y="254"/>
                      <a:pt x="1" y="567"/>
                    </a:cubicBezTo>
                    <a:cubicBezTo>
                      <a:pt x="1" y="877"/>
                      <a:pt x="251" y="1130"/>
                      <a:pt x="564" y="1130"/>
                    </a:cubicBezTo>
                    <a:lnTo>
                      <a:pt x="1693" y="1130"/>
                    </a:lnTo>
                    <a:cubicBezTo>
                      <a:pt x="2006" y="1130"/>
                      <a:pt x="2256" y="877"/>
                      <a:pt x="2256" y="567"/>
                    </a:cubicBezTo>
                    <a:cubicBezTo>
                      <a:pt x="2256" y="254"/>
                      <a:pt x="2006" y="1"/>
                      <a:pt x="1693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6" name="Google Shape;1156;p46"/>
              <p:cNvSpPr/>
              <p:nvPr/>
            </p:nvSpPr>
            <p:spPr>
              <a:xfrm>
                <a:off x="5477925" y="2102800"/>
                <a:ext cx="50675" cy="47900"/>
              </a:xfrm>
              <a:custGeom>
                <a:rect b="b" l="l" r="r" t="t"/>
                <a:pathLst>
                  <a:path extrusionOk="0" h="1916" w="2027">
                    <a:moveTo>
                      <a:pt x="1405" y="0"/>
                    </a:moveTo>
                    <a:cubicBezTo>
                      <a:pt x="1264" y="0"/>
                      <a:pt x="1123" y="53"/>
                      <a:pt x="1015" y="158"/>
                    </a:cubicBezTo>
                    <a:lnTo>
                      <a:pt x="214" y="959"/>
                    </a:lnTo>
                    <a:cubicBezTo>
                      <a:pt x="0" y="1179"/>
                      <a:pt x="3" y="1531"/>
                      <a:pt x="223" y="1748"/>
                    </a:cubicBezTo>
                    <a:cubicBezTo>
                      <a:pt x="333" y="1860"/>
                      <a:pt x="478" y="1915"/>
                      <a:pt x="623" y="1915"/>
                    </a:cubicBezTo>
                    <a:cubicBezTo>
                      <a:pt x="764" y="1915"/>
                      <a:pt x="905" y="1863"/>
                      <a:pt x="1015" y="1757"/>
                    </a:cubicBezTo>
                    <a:lnTo>
                      <a:pt x="1813" y="959"/>
                    </a:lnTo>
                    <a:cubicBezTo>
                      <a:pt x="2027" y="736"/>
                      <a:pt x="2024" y="384"/>
                      <a:pt x="1804" y="167"/>
                    </a:cubicBezTo>
                    <a:cubicBezTo>
                      <a:pt x="1694" y="56"/>
                      <a:pt x="1549" y="0"/>
                      <a:pt x="1405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57" name="Google Shape;1157;p46"/>
              <p:cNvSpPr/>
              <p:nvPr/>
            </p:nvSpPr>
            <p:spPr>
              <a:xfrm>
                <a:off x="5477775" y="2272000"/>
                <a:ext cx="50825" cy="48075"/>
              </a:xfrm>
              <a:custGeom>
                <a:rect b="b" l="l" r="r" t="t"/>
                <a:pathLst>
                  <a:path extrusionOk="0" h="1923" w="2033">
                    <a:moveTo>
                      <a:pt x="621" y="1"/>
                    </a:moveTo>
                    <a:cubicBezTo>
                      <a:pt x="476" y="1"/>
                      <a:pt x="331" y="56"/>
                      <a:pt x="220" y="166"/>
                    </a:cubicBezTo>
                    <a:cubicBezTo>
                      <a:pt x="0" y="388"/>
                      <a:pt x="0" y="744"/>
                      <a:pt x="220" y="967"/>
                    </a:cubicBezTo>
                    <a:lnTo>
                      <a:pt x="1021" y="1765"/>
                    </a:lnTo>
                    <a:cubicBezTo>
                      <a:pt x="1129" y="1870"/>
                      <a:pt x="1270" y="1923"/>
                      <a:pt x="1411" y="1923"/>
                    </a:cubicBezTo>
                    <a:cubicBezTo>
                      <a:pt x="1555" y="1923"/>
                      <a:pt x="1700" y="1867"/>
                      <a:pt x="1810" y="1756"/>
                    </a:cubicBezTo>
                    <a:cubicBezTo>
                      <a:pt x="2030" y="1539"/>
                      <a:pt x="2033" y="1186"/>
                      <a:pt x="1819" y="967"/>
                    </a:cubicBezTo>
                    <a:lnTo>
                      <a:pt x="1021" y="166"/>
                    </a:lnTo>
                    <a:cubicBezTo>
                      <a:pt x="910" y="56"/>
                      <a:pt x="765" y="1"/>
                      <a:pt x="621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158" name="Google Shape;1158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47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61" name="Google Shape;1161;p47"/>
          <p:cNvSpPr txBox="1"/>
          <p:nvPr>
            <p:ph idx="1" type="subTitle"/>
          </p:nvPr>
        </p:nvSpPr>
        <p:spPr>
          <a:xfrm>
            <a:off x="713163" y="1472900"/>
            <a:ext cx="37902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162" name="Google Shape;1162;p47"/>
          <p:cNvSpPr txBox="1"/>
          <p:nvPr>
            <p:ph idx="2" type="subTitle"/>
          </p:nvPr>
        </p:nvSpPr>
        <p:spPr>
          <a:xfrm>
            <a:off x="713325" y="1864093"/>
            <a:ext cx="37902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163" name="Google Shape;1163;p47"/>
          <p:cNvSpPr txBox="1"/>
          <p:nvPr>
            <p:ph idx="3" type="subTitle"/>
          </p:nvPr>
        </p:nvSpPr>
        <p:spPr>
          <a:xfrm>
            <a:off x="713155" y="2805550"/>
            <a:ext cx="3790200" cy="4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164" name="Google Shape;1164;p47"/>
          <p:cNvSpPr txBox="1"/>
          <p:nvPr>
            <p:ph idx="4" type="subTitle"/>
          </p:nvPr>
        </p:nvSpPr>
        <p:spPr>
          <a:xfrm>
            <a:off x="713325" y="3199645"/>
            <a:ext cx="37902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165" name="Google Shape;1165;p47"/>
          <p:cNvSpPr txBox="1"/>
          <p:nvPr>
            <p:ph idx="5" type="subTitle"/>
          </p:nvPr>
        </p:nvSpPr>
        <p:spPr>
          <a:xfrm>
            <a:off x="4640954" y="1472900"/>
            <a:ext cx="37899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166" name="Google Shape;1166;p47"/>
          <p:cNvSpPr txBox="1"/>
          <p:nvPr>
            <p:ph idx="6" type="subTitle"/>
          </p:nvPr>
        </p:nvSpPr>
        <p:spPr>
          <a:xfrm>
            <a:off x="4640725" y="1864076"/>
            <a:ext cx="3789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167" name="Google Shape;1167;p47"/>
          <p:cNvSpPr txBox="1"/>
          <p:nvPr>
            <p:ph idx="7" type="subTitle"/>
          </p:nvPr>
        </p:nvSpPr>
        <p:spPr>
          <a:xfrm>
            <a:off x="4640554" y="2806622"/>
            <a:ext cx="3789900" cy="4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168" name="Google Shape;1168;p47"/>
          <p:cNvSpPr txBox="1"/>
          <p:nvPr>
            <p:ph idx="8" type="subTitle"/>
          </p:nvPr>
        </p:nvSpPr>
        <p:spPr>
          <a:xfrm>
            <a:off x="4640725" y="3199625"/>
            <a:ext cx="3789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169" name="Google Shape;1169;p47"/>
          <p:cNvSpPr/>
          <p:nvPr/>
        </p:nvSpPr>
        <p:spPr>
          <a:xfrm>
            <a:off x="7284999" y="4523578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47"/>
          <p:cNvSpPr/>
          <p:nvPr/>
        </p:nvSpPr>
        <p:spPr>
          <a:xfrm>
            <a:off x="6060735" y="472791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p47"/>
          <p:cNvGrpSpPr/>
          <p:nvPr/>
        </p:nvGrpSpPr>
        <p:grpSpPr>
          <a:xfrm>
            <a:off x="337329" y="4055988"/>
            <a:ext cx="751800" cy="751800"/>
            <a:chOff x="337329" y="4055988"/>
            <a:chExt cx="751800" cy="751800"/>
          </a:xfrm>
        </p:grpSpPr>
        <p:sp>
          <p:nvSpPr>
            <p:cNvPr id="1172" name="Google Shape;1172;p47"/>
            <p:cNvSpPr/>
            <p:nvPr/>
          </p:nvSpPr>
          <p:spPr>
            <a:xfrm>
              <a:off x="337329" y="4055988"/>
              <a:ext cx="751800" cy="751800"/>
            </a:xfrm>
            <a:prstGeom prst="ellipse">
              <a:avLst/>
            </a:prstGeom>
            <a:solidFill>
              <a:srgbClr val="D7E4EA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173" name="Google Shape;1173;p47"/>
            <p:cNvGrpSpPr/>
            <p:nvPr/>
          </p:nvGrpSpPr>
          <p:grpSpPr>
            <a:xfrm>
              <a:off x="542678" y="4262267"/>
              <a:ext cx="341101" cy="339253"/>
              <a:chOff x="1535000" y="3223325"/>
              <a:chExt cx="484450" cy="481825"/>
            </a:xfrm>
          </p:grpSpPr>
          <p:sp>
            <p:nvSpPr>
              <p:cNvPr id="1174" name="Google Shape;1174;p47"/>
              <p:cNvSpPr/>
              <p:nvPr/>
            </p:nvSpPr>
            <p:spPr>
              <a:xfrm>
                <a:off x="1760150" y="3308225"/>
                <a:ext cx="143825" cy="140600"/>
              </a:xfrm>
              <a:custGeom>
                <a:rect b="b" l="l" r="r" t="t"/>
                <a:pathLst>
                  <a:path extrusionOk="0" h="5624" w="5753">
                    <a:moveTo>
                      <a:pt x="2928" y="0"/>
                    </a:moveTo>
                    <a:cubicBezTo>
                      <a:pt x="2723" y="0"/>
                      <a:pt x="2518" y="96"/>
                      <a:pt x="2422" y="287"/>
                    </a:cubicBezTo>
                    <a:lnTo>
                      <a:pt x="1756" y="1627"/>
                    </a:lnTo>
                    <a:lnTo>
                      <a:pt x="416" y="2295"/>
                    </a:lnTo>
                    <a:cubicBezTo>
                      <a:pt x="1" y="2503"/>
                      <a:pt x="1" y="3096"/>
                      <a:pt x="416" y="3304"/>
                    </a:cubicBezTo>
                    <a:lnTo>
                      <a:pt x="1756" y="3973"/>
                    </a:lnTo>
                    <a:lnTo>
                      <a:pt x="2422" y="5310"/>
                    </a:lnTo>
                    <a:cubicBezTo>
                      <a:pt x="2526" y="5519"/>
                      <a:pt x="2727" y="5624"/>
                      <a:pt x="2928" y="5624"/>
                    </a:cubicBezTo>
                    <a:cubicBezTo>
                      <a:pt x="3129" y="5624"/>
                      <a:pt x="3330" y="5519"/>
                      <a:pt x="3434" y="5310"/>
                    </a:cubicBezTo>
                    <a:lnTo>
                      <a:pt x="4102" y="3973"/>
                    </a:lnTo>
                    <a:lnTo>
                      <a:pt x="5439" y="3304"/>
                    </a:lnTo>
                    <a:cubicBezTo>
                      <a:pt x="5629" y="3208"/>
                      <a:pt x="5752" y="3012"/>
                      <a:pt x="5752" y="2798"/>
                    </a:cubicBezTo>
                    <a:cubicBezTo>
                      <a:pt x="5752" y="2585"/>
                      <a:pt x="5632" y="2389"/>
                      <a:pt x="5439" y="2295"/>
                    </a:cubicBezTo>
                    <a:lnTo>
                      <a:pt x="4102" y="1627"/>
                    </a:lnTo>
                    <a:lnTo>
                      <a:pt x="3434" y="287"/>
                    </a:lnTo>
                    <a:cubicBezTo>
                      <a:pt x="3337" y="96"/>
                      <a:pt x="3132" y="0"/>
                      <a:pt x="29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75" name="Google Shape;1175;p47"/>
              <p:cNvSpPr/>
              <p:nvPr/>
            </p:nvSpPr>
            <p:spPr>
              <a:xfrm>
                <a:off x="1873075" y="3421150"/>
                <a:ext cx="146375" cy="140600"/>
              </a:xfrm>
              <a:custGeom>
                <a:rect b="b" l="l" r="r" t="t"/>
                <a:pathLst>
                  <a:path extrusionOk="0" h="5624" w="5855">
                    <a:moveTo>
                      <a:pt x="2928" y="0"/>
                    </a:moveTo>
                    <a:cubicBezTo>
                      <a:pt x="2723" y="0"/>
                      <a:pt x="2518" y="96"/>
                      <a:pt x="2422" y="287"/>
                    </a:cubicBezTo>
                    <a:lnTo>
                      <a:pt x="1756" y="1627"/>
                    </a:lnTo>
                    <a:lnTo>
                      <a:pt x="416" y="2295"/>
                    </a:lnTo>
                    <a:cubicBezTo>
                      <a:pt x="1" y="2503"/>
                      <a:pt x="1" y="3096"/>
                      <a:pt x="416" y="3304"/>
                    </a:cubicBezTo>
                    <a:lnTo>
                      <a:pt x="1756" y="3973"/>
                    </a:lnTo>
                    <a:lnTo>
                      <a:pt x="2422" y="5310"/>
                    </a:lnTo>
                    <a:cubicBezTo>
                      <a:pt x="2526" y="5519"/>
                      <a:pt x="2727" y="5624"/>
                      <a:pt x="2928" y="5624"/>
                    </a:cubicBezTo>
                    <a:cubicBezTo>
                      <a:pt x="3129" y="5624"/>
                      <a:pt x="3330" y="5519"/>
                      <a:pt x="3433" y="5310"/>
                    </a:cubicBezTo>
                    <a:lnTo>
                      <a:pt x="4102" y="3973"/>
                    </a:lnTo>
                    <a:lnTo>
                      <a:pt x="5439" y="3304"/>
                    </a:lnTo>
                    <a:cubicBezTo>
                      <a:pt x="5854" y="3096"/>
                      <a:pt x="5854" y="2503"/>
                      <a:pt x="5439" y="2295"/>
                    </a:cubicBezTo>
                    <a:lnTo>
                      <a:pt x="4102" y="1627"/>
                    </a:lnTo>
                    <a:lnTo>
                      <a:pt x="3433" y="287"/>
                    </a:lnTo>
                    <a:cubicBezTo>
                      <a:pt x="3337" y="96"/>
                      <a:pt x="3132" y="0"/>
                      <a:pt x="29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176" name="Google Shape;1176;p47"/>
              <p:cNvSpPr/>
              <p:nvPr/>
            </p:nvSpPr>
            <p:spPr>
              <a:xfrm>
                <a:off x="1535000" y="3223325"/>
                <a:ext cx="406450" cy="481825"/>
              </a:xfrm>
              <a:custGeom>
                <a:rect b="b" l="l" r="r" t="t"/>
                <a:pathLst>
                  <a:path extrusionOk="0" h="19273" w="16258">
                    <a:moveTo>
                      <a:pt x="9660" y="0"/>
                    </a:moveTo>
                    <a:cubicBezTo>
                      <a:pt x="4399" y="0"/>
                      <a:pt x="0" y="4351"/>
                      <a:pt x="0" y="9636"/>
                    </a:cubicBezTo>
                    <a:cubicBezTo>
                      <a:pt x="0" y="14927"/>
                      <a:pt x="4381" y="19272"/>
                      <a:pt x="9675" y="19272"/>
                    </a:cubicBezTo>
                    <a:cubicBezTo>
                      <a:pt x="12012" y="19269"/>
                      <a:pt x="14270" y="18411"/>
                      <a:pt x="16023" y="16860"/>
                    </a:cubicBezTo>
                    <a:cubicBezTo>
                      <a:pt x="16195" y="16707"/>
                      <a:pt x="16258" y="16463"/>
                      <a:pt x="16176" y="16243"/>
                    </a:cubicBezTo>
                    <a:cubicBezTo>
                      <a:pt x="16098" y="16026"/>
                      <a:pt x="15893" y="15879"/>
                      <a:pt x="15662" y="15872"/>
                    </a:cubicBezTo>
                    <a:cubicBezTo>
                      <a:pt x="11352" y="15752"/>
                      <a:pt x="7980" y="12250"/>
                      <a:pt x="7980" y="7941"/>
                    </a:cubicBezTo>
                    <a:cubicBezTo>
                      <a:pt x="7974" y="5207"/>
                      <a:pt x="9380" y="2662"/>
                      <a:pt x="11696" y="1211"/>
                    </a:cubicBezTo>
                    <a:cubicBezTo>
                      <a:pt x="12129" y="937"/>
                      <a:pt x="12006" y="274"/>
                      <a:pt x="11503" y="178"/>
                    </a:cubicBezTo>
                    <a:cubicBezTo>
                      <a:pt x="10881" y="58"/>
                      <a:pt x="10265" y="0"/>
                      <a:pt x="96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177" name="Google Shape;1177;p47"/>
          <p:cNvSpPr/>
          <p:nvPr/>
        </p:nvSpPr>
        <p:spPr>
          <a:xfrm>
            <a:off x="-657501" y="-1174597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7"/>
          <p:cNvSpPr/>
          <p:nvPr/>
        </p:nvSpPr>
        <p:spPr>
          <a:xfrm>
            <a:off x="705735" y="-140904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4_2_1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8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82" name="Google Shape;1182;p48"/>
          <p:cNvSpPr/>
          <p:nvPr/>
        </p:nvSpPr>
        <p:spPr>
          <a:xfrm rot="-1571258">
            <a:off x="7972882" y="-754995"/>
            <a:ext cx="1671841" cy="1671841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6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48"/>
          <p:cNvSpPr/>
          <p:nvPr/>
        </p:nvSpPr>
        <p:spPr>
          <a:xfrm rot="-1571254">
            <a:off x="8348927" y="270994"/>
            <a:ext cx="1578770" cy="1578770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4" name="Google Shape;1184;p48"/>
          <p:cNvGrpSpPr/>
          <p:nvPr/>
        </p:nvGrpSpPr>
        <p:grpSpPr>
          <a:xfrm>
            <a:off x="3808923" y="4608579"/>
            <a:ext cx="2170507" cy="2170507"/>
            <a:chOff x="4008240" y="1896120"/>
            <a:chExt cx="1703160" cy="1703160"/>
          </a:xfrm>
        </p:grpSpPr>
        <p:sp>
          <p:nvSpPr>
            <p:cNvPr id="1185" name="Google Shape;1185;p48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48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48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48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48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48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48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48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48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48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48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48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7" name="Google Shape;1197;p48"/>
          <p:cNvSpPr/>
          <p:nvPr/>
        </p:nvSpPr>
        <p:spPr>
          <a:xfrm>
            <a:off x="5619995" y="4433350"/>
            <a:ext cx="2412800" cy="2412800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8" name="Google Shape;1198;p48"/>
          <p:cNvGrpSpPr/>
          <p:nvPr/>
        </p:nvGrpSpPr>
        <p:grpSpPr>
          <a:xfrm>
            <a:off x="8054863" y="4016688"/>
            <a:ext cx="751800" cy="751800"/>
            <a:chOff x="3271725" y="147575"/>
            <a:chExt cx="751800" cy="751800"/>
          </a:xfrm>
        </p:grpSpPr>
        <p:sp>
          <p:nvSpPr>
            <p:cNvPr id="1199" name="Google Shape;1199;p48"/>
            <p:cNvSpPr/>
            <p:nvPr/>
          </p:nvSpPr>
          <p:spPr>
            <a:xfrm>
              <a:off x="3271725" y="147575"/>
              <a:ext cx="751800" cy="7518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200" name="Google Shape;1200;p48"/>
            <p:cNvGrpSpPr/>
            <p:nvPr/>
          </p:nvGrpSpPr>
          <p:grpSpPr>
            <a:xfrm>
              <a:off x="3473045" y="348910"/>
              <a:ext cx="349163" cy="349133"/>
              <a:chOff x="4628325" y="3599825"/>
              <a:chExt cx="295400" cy="295375"/>
            </a:xfrm>
          </p:grpSpPr>
          <p:sp>
            <p:nvSpPr>
              <p:cNvPr id="1201" name="Google Shape;1201;p48"/>
              <p:cNvSpPr/>
              <p:nvPr/>
            </p:nvSpPr>
            <p:spPr>
              <a:xfrm>
                <a:off x="4679525" y="3686450"/>
                <a:ext cx="17350" cy="86675"/>
              </a:xfrm>
              <a:custGeom>
                <a:rect b="b" l="l" r="r" t="t"/>
                <a:pathLst>
                  <a:path extrusionOk="0" h="3467" w="694">
                    <a:moveTo>
                      <a:pt x="0" y="1"/>
                    </a:moveTo>
                    <a:lnTo>
                      <a:pt x="0" y="3466"/>
                    </a:lnTo>
                    <a:lnTo>
                      <a:pt x="694" y="3466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48"/>
              <p:cNvSpPr/>
              <p:nvPr/>
            </p:nvSpPr>
            <p:spPr>
              <a:xfrm>
                <a:off x="4854375" y="3686450"/>
                <a:ext cx="18150" cy="86675"/>
              </a:xfrm>
              <a:custGeom>
                <a:rect b="b" l="l" r="r" t="t"/>
                <a:pathLst>
                  <a:path extrusionOk="0" h="3467" w="726">
                    <a:moveTo>
                      <a:pt x="1" y="1"/>
                    </a:moveTo>
                    <a:lnTo>
                      <a:pt x="1" y="3466"/>
                    </a:lnTo>
                    <a:lnTo>
                      <a:pt x="725" y="3466"/>
                    </a:lnTo>
                    <a:lnTo>
                      <a:pt x="725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48"/>
              <p:cNvSpPr/>
              <p:nvPr/>
            </p:nvSpPr>
            <p:spPr>
              <a:xfrm>
                <a:off x="4679525" y="3790425"/>
                <a:ext cx="17350" cy="104000"/>
              </a:xfrm>
              <a:custGeom>
                <a:rect b="b" l="l" r="r" t="t"/>
                <a:pathLst>
                  <a:path extrusionOk="0" h="4160" w="694">
                    <a:moveTo>
                      <a:pt x="0" y="0"/>
                    </a:moveTo>
                    <a:lnTo>
                      <a:pt x="0" y="4159"/>
                    </a:lnTo>
                    <a:lnTo>
                      <a:pt x="694" y="4159"/>
                    </a:lnTo>
                    <a:lnTo>
                      <a:pt x="694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48"/>
              <p:cNvSpPr/>
              <p:nvPr/>
            </p:nvSpPr>
            <p:spPr>
              <a:xfrm>
                <a:off x="4854375" y="3790425"/>
                <a:ext cx="18150" cy="104000"/>
              </a:xfrm>
              <a:custGeom>
                <a:rect b="b" l="l" r="r" t="t"/>
                <a:pathLst>
                  <a:path extrusionOk="0" h="4160" w="726">
                    <a:moveTo>
                      <a:pt x="1" y="0"/>
                    </a:moveTo>
                    <a:lnTo>
                      <a:pt x="1" y="4159"/>
                    </a:lnTo>
                    <a:lnTo>
                      <a:pt x="725" y="4159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48"/>
              <p:cNvSpPr/>
              <p:nvPr/>
            </p:nvSpPr>
            <p:spPr>
              <a:xfrm>
                <a:off x="4628325" y="3686450"/>
                <a:ext cx="34675" cy="86675"/>
              </a:xfrm>
              <a:custGeom>
                <a:rect b="b" l="l" r="r" t="t"/>
                <a:pathLst>
                  <a:path extrusionOk="0" h="3467" w="1387">
                    <a:moveTo>
                      <a:pt x="1009" y="1"/>
                    </a:moveTo>
                    <a:cubicBezTo>
                      <a:pt x="442" y="1"/>
                      <a:pt x="1" y="442"/>
                      <a:pt x="1" y="1009"/>
                    </a:cubicBezTo>
                    <a:lnTo>
                      <a:pt x="1" y="2049"/>
                    </a:lnTo>
                    <a:cubicBezTo>
                      <a:pt x="1" y="2427"/>
                      <a:pt x="158" y="2773"/>
                      <a:pt x="442" y="3025"/>
                    </a:cubicBezTo>
                    <a:cubicBezTo>
                      <a:pt x="662" y="3340"/>
                      <a:pt x="1009" y="3466"/>
                      <a:pt x="1387" y="3466"/>
                    </a:cubicBezTo>
                    <a:lnTo>
                      <a:pt x="1387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48"/>
              <p:cNvSpPr/>
              <p:nvPr/>
            </p:nvSpPr>
            <p:spPr>
              <a:xfrm>
                <a:off x="4714975" y="3686450"/>
                <a:ext cx="122100" cy="86675"/>
              </a:xfrm>
              <a:custGeom>
                <a:rect b="b" l="l" r="r" t="t"/>
                <a:pathLst>
                  <a:path extrusionOk="0" h="3467" w="4884">
                    <a:moveTo>
                      <a:pt x="0" y="1"/>
                    </a:moveTo>
                    <a:lnTo>
                      <a:pt x="0" y="3466"/>
                    </a:lnTo>
                    <a:lnTo>
                      <a:pt x="4883" y="3466"/>
                    </a:lnTo>
                    <a:lnTo>
                      <a:pt x="4883" y="1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48"/>
              <p:cNvSpPr/>
              <p:nvPr/>
            </p:nvSpPr>
            <p:spPr>
              <a:xfrm>
                <a:off x="4889025" y="3777825"/>
                <a:ext cx="34700" cy="117375"/>
              </a:xfrm>
              <a:custGeom>
                <a:rect b="b" l="l" r="r" t="t"/>
                <a:pathLst>
                  <a:path extrusionOk="0" h="4695" w="1388">
                    <a:moveTo>
                      <a:pt x="1387" y="0"/>
                    </a:moveTo>
                    <a:cubicBezTo>
                      <a:pt x="977" y="315"/>
                      <a:pt x="505" y="504"/>
                      <a:pt x="1" y="504"/>
                    </a:cubicBezTo>
                    <a:lnTo>
                      <a:pt x="1" y="4695"/>
                    </a:lnTo>
                    <a:lnTo>
                      <a:pt x="347" y="4695"/>
                    </a:lnTo>
                    <a:cubicBezTo>
                      <a:pt x="946" y="4695"/>
                      <a:pt x="1387" y="4222"/>
                      <a:pt x="1387" y="3655"/>
                    </a:cubicBezTo>
                    <a:lnTo>
                      <a:pt x="1387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48"/>
              <p:cNvSpPr/>
              <p:nvPr/>
            </p:nvSpPr>
            <p:spPr>
              <a:xfrm>
                <a:off x="4628325" y="3777825"/>
                <a:ext cx="34675" cy="116600"/>
              </a:xfrm>
              <a:custGeom>
                <a:rect b="b" l="l" r="r" t="t"/>
                <a:pathLst>
                  <a:path extrusionOk="0" h="4664" w="1387">
                    <a:moveTo>
                      <a:pt x="1" y="0"/>
                    </a:moveTo>
                    <a:lnTo>
                      <a:pt x="1" y="3655"/>
                    </a:lnTo>
                    <a:cubicBezTo>
                      <a:pt x="1" y="4222"/>
                      <a:pt x="442" y="4663"/>
                      <a:pt x="1009" y="4663"/>
                    </a:cubicBezTo>
                    <a:lnTo>
                      <a:pt x="1387" y="4663"/>
                    </a:lnTo>
                    <a:lnTo>
                      <a:pt x="1387" y="504"/>
                    </a:lnTo>
                    <a:cubicBezTo>
                      <a:pt x="851" y="504"/>
                      <a:pt x="379" y="315"/>
                      <a:pt x="1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48"/>
              <p:cNvSpPr/>
              <p:nvPr/>
            </p:nvSpPr>
            <p:spPr>
              <a:xfrm>
                <a:off x="4766950" y="3790425"/>
                <a:ext cx="17350" cy="18150"/>
              </a:xfrm>
              <a:custGeom>
                <a:rect b="b" l="l" r="r" t="t"/>
                <a:pathLst>
                  <a:path extrusionOk="0" h="726" w="694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568"/>
                      <a:pt x="158" y="725"/>
                      <a:pt x="347" y="725"/>
                    </a:cubicBezTo>
                    <a:cubicBezTo>
                      <a:pt x="568" y="725"/>
                      <a:pt x="694" y="568"/>
                      <a:pt x="694" y="347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48"/>
              <p:cNvSpPr/>
              <p:nvPr/>
            </p:nvSpPr>
            <p:spPr>
              <a:xfrm>
                <a:off x="4889025" y="3686450"/>
                <a:ext cx="34700" cy="86675"/>
              </a:xfrm>
              <a:custGeom>
                <a:rect b="b" l="l" r="r" t="t"/>
                <a:pathLst>
                  <a:path extrusionOk="0" h="3467" w="1388">
                    <a:moveTo>
                      <a:pt x="1" y="1"/>
                    </a:moveTo>
                    <a:lnTo>
                      <a:pt x="1" y="3466"/>
                    </a:lnTo>
                    <a:cubicBezTo>
                      <a:pt x="347" y="3466"/>
                      <a:pt x="662" y="3340"/>
                      <a:pt x="946" y="3088"/>
                    </a:cubicBezTo>
                    <a:cubicBezTo>
                      <a:pt x="1229" y="2836"/>
                      <a:pt x="1387" y="2458"/>
                      <a:pt x="1387" y="2080"/>
                    </a:cubicBezTo>
                    <a:lnTo>
                      <a:pt x="1387" y="1040"/>
                    </a:lnTo>
                    <a:cubicBezTo>
                      <a:pt x="1387" y="442"/>
                      <a:pt x="914" y="1"/>
                      <a:pt x="347" y="1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48"/>
              <p:cNvSpPr/>
              <p:nvPr/>
            </p:nvSpPr>
            <p:spPr>
              <a:xfrm>
                <a:off x="4714975" y="3790425"/>
                <a:ext cx="122100" cy="104000"/>
              </a:xfrm>
              <a:custGeom>
                <a:rect b="b" l="l" r="r" t="t"/>
                <a:pathLst>
                  <a:path extrusionOk="0" h="4160" w="4884">
                    <a:moveTo>
                      <a:pt x="0" y="0"/>
                    </a:moveTo>
                    <a:lnTo>
                      <a:pt x="0" y="4159"/>
                    </a:lnTo>
                    <a:lnTo>
                      <a:pt x="4883" y="4159"/>
                    </a:lnTo>
                    <a:lnTo>
                      <a:pt x="4883" y="0"/>
                    </a:lnTo>
                    <a:lnTo>
                      <a:pt x="3466" y="0"/>
                    </a:lnTo>
                    <a:lnTo>
                      <a:pt x="3466" y="347"/>
                    </a:lnTo>
                    <a:cubicBezTo>
                      <a:pt x="3466" y="946"/>
                      <a:pt x="2993" y="1387"/>
                      <a:pt x="2426" y="1387"/>
                    </a:cubicBezTo>
                    <a:cubicBezTo>
                      <a:pt x="1827" y="1387"/>
                      <a:pt x="1418" y="914"/>
                      <a:pt x="1418" y="347"/>
                    </a:cubicBez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8"/>
              <p:cNvSpPr/>
              <p:nvPr/>
            </p:nvSpPr>
            <p:spPr>
              <a:xfrm>
                <a:off x="4714175" y="3599825"/>
                <a:ext cx="122100" cy="69325"/>
              </a:xfrm>
              <a:custGeom>
                <a:rect b="b" l="l" r="r" t="t"/>
                <a:pathLst>
                  <a:path extrusionOk="0" h="2773" w="4884">
                    <a:moveTo>
                      <a:pt x="2427" y="0"/>
                    </a:moveTo>
                    <a:cubicBezTo>
                      <a:pt x="1103" y="0"/>
                      <a:pt x="1" y="1103"/>
                      <a:pt x="1" y="2426"/>
                    </a:cubicBezTo>
                    <a:lnTo>
                      <a:pt x="1" y="2773"/>
                    </a:lnTo>
                    <a:lnTo>
                      <a:pt x="1355" y="2773"/>
                    </a:lnTo>
                    <a:lnTo>
                      <a:pt x="1355" y="2426"/>
                    </a:lnTo>
                    <a:cubicBezTo>
                      <a:pt x="1355" y="1828"/>
                      <a:pt x="1828" y="1418"/>
                      <a:pt x="2395" y="1418"/>
                    </a:cubicBezTo>
                    <a:cubicBezTo>
                      <a:pt x="2994" y="1418"/>
                      <a:pt x="3403" y="1891"/>
                      <a:pt x="3403" y="2426"/>
                    </a:cubicBezTo>
                    <a:lnTo>
                      <a:pt x="3403" y="2773"/>
                    </a:lnTo>
                    <a:lnTo>
                      <a:pt x="4884" y="2773"/>
                    </a:lnTo>
                    <a:lnTo>
                      <a:pt x="4884" y="2426"/>
                    </a:lnTo>
                    <a:cubicBezTo>
                      <a:pt x="4884" y="1103"/>
                      <a:pt x="3781" y="0"/>
                      <a:pt x="2427" y="0"/>
                    </a:cubicBezTo>
                    <a:close/>
                  </a:path>
                </a:pathLst>
              </a:custGeom>
              <a:solidFill>
                <a:srgbClr val="40315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13" name="Google Shape;1213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">
  <p:cSld name="CUSTOM_3_1_4_2_1_1"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9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16" name="Google Shape;1216;p49"/>
          <p:cNvSpPr txBox="1"/>
          <p:nvPr>
            <p:ph idx="1" type="subTitle"/>
          </p:nvPr>
        </p:nvSpPr>
        <p:spPr>
          <a:xfrm>
            <a:off x="2076326" y="1725275"/>
            <a:ext cx="23289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17" name="Google Shape;1217;p49"/>
          <p:cNvSpPr txBox="1"/>
          <p:nvPr>
            <p:ph idx="2" type="subTitle"/>
          </p:nvPr>
        </p:nvSpPr>
        <p:spPr>
          <a:xfrm>
            <a:off x="2073913" y="2043554"/>
            <a:ext cx="2328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18" name="Google Shape;1218;p49"/>
          <p:cNvSpPr txBox="1"/>
          <p:nvPr>
            <p:ph idx="3" type="subTitle"/>
          </p:nvPr>
        </p:nvSpPr>
        <p:spPr>
          <a:xfrm>
            <a:off x="3434601" y="3090300"/>
            <a:ext cx="23289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19" name="Google Shape;1219;p49"/>
          <p:cNvSpPr txBox="1"/>
          <p:nvPr>
            <p:ph idx="4" type="subTitle"/>
          </p:nvPr>
        </p:nvSpPr>
        <p:spPr>
          <a:xfrm>
            <a:off x="4792875" y="1725275"/>
            <a:ext cx="23289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20" name="Google Shape;1220;p49"/>
          <p:cNvSpPr txBox="1"/>
          <p:nvPr>
            <p:ph idx="5" type="subTitle"/>
          </p:nvPr>
        </p:nvSpPr>
        <p:spPr>
          <a:xfrm>
            <a:off x="4790463" y="2043554"/>
            <a:ext cx="2328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21" name="Google Shape;1221;p49"/>
          <p:cNvSpPr txBox="1"/>
          <p:nvPr>
            <p:ph idx="6" type="subTitle"/>
          </p:nvPr>
        </p:nvSpPr>
        <p:spPr>
          <a:xfrm>
            <a:off x="718051" y="3090300"/>
            <a:ext cx="23289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22" name="Google Shape;1222;p49"/>
          <p:cNvSpPr txBox="1"/>
          <p:nvPr>
            <p:ph idx="7" type="subTitle"/>
          </p:nvPr>
        </p:nvSpPr>
        <p:spPr>
          <a:xfrm>
            <a:off x="3432187" y="3410425"/>
            <a:ext cx="2328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23" name="Google Shape;1223;p49"/>
          <p:cNvSpPr txBox="1"/>
          <p:nvPr>
            <p:ph idx="8" type="subTitle"/>
          </p:nvPr>
        </p:nvSpPr>
        <p:spPr>
          <a:xfrm>
            <a:off x="6101863" y="3090300"/>
            <a:ext cx="23289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24" name="Google Shape;1224;p49"/>
          <p:cNvSpPr txBox="1"/>
          <p:nvPr>
            <p:ph idx="9" type="subTitle"/>
          </p:nvPr>
        </p:nvSpPr>
        <p:spPr>
          <a:xfrm>
            <a:off x="6099450" y="3408579"/>
            <a:ext cx="2328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25" name="Google Shape;1225;p49"/>
          <p:cNvSpPr txBox="1"/>
          <p:nvPr>
            <p:ph idx="13" type="subTitle"/>
          </p:nvPr>
        </p:nvSpPr>
        <p:spPr>
          <a:xfrm>
            <a:off x="715638" y="3410425"/>
            <a:ext cx="23289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26" name="Google Shape;1226;p49"/>
          <p:cNvSpPr/>
          <p:nvPr/>
        </p:nvSpPr>
        <p:spPr>
          <a:xfrm>
            <a:off x="-713128" y="-319222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7E4E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49"/>
          <p:cNvSpPr/>
          <p:nvPr/>
        </p:nvSpPr>
        <p:spPr>
          <a:xfrm>
            <a:off x="-713115" y="112443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49"/>
          <p:cNvSpPr/>
          <p:nvPr/>
        </p:nvSpPr>
        <p:spPr>
          <a:xfrm>
            <a:off x="8584038" y="1503690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9" name="Google Shape;1229;p49"/>
          <p:cNvGrpSpPr/>
          <p:nvPr/>
        </p:nvGrpSpPr>
        <p:grpSpPr>
          <a:xfrm>
            <a:off x="2514898" y="4505454"/>
            <a:ext cx="2170507" cy="2170507"/>
            <a:chOff x="4008240" y="1896120"/>
            <a:chExt cx="1703160" cy="1703160"/>
          </a:xfrm>
        </p:grpSpPr>
        <p:sp>
          <p:nvSpPr>
            <p:cNvPr id="1230" name="Google Shape;1230;p49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49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49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49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9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9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9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9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49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2" name="Google Shape;1242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50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45" name="Google Shape;1245;p50"/>
          <p:cNvSpPr txBox="1"/>
          <p:nvPr>
            <p:ph idx="1" type="subTitle"/>
          </p:nvPr>
        </p:nvSpPr>
        <p:spPr>
          <a:xfrm>
            <a:off x="5947100" y="2936019"/>
            <a:ext cx="24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46" name="Google Shape;1246;p50"/>
          <p:cNvSpPr txBox="1"/>
          <p:nvPr>
            <p:ph idx="2" type="subTitle"/>
          </p:nvPr>
        </p:nvSpPr>
        <p:spPr>
          <a:xfrm>
            <a:off x="5947100" y="1439300"/>
            <a:ext cx="24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47" name="Google Shape;1247;p50"/>
          <p:cNvSpPr txBox="1"/>
          <p:nvPr>
            <p:ph idx="3" type="subTitle"/>
          </p:nvPr>
        </p:nvSpPr>
        <p:spPr>
          <a:xfrm>
            <a:off x="5947100" y="1754536"/>
            <a:ext cx="2483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48" name="Google Shape;1248;p50"/>
          <p:cNvSpPr txBox="1"/>
          <p:nvPr>
            <p:ph idx="4" type="subTitle"/>
          </p:nvPr>
        </p:nvSpPr>
        <p:spPr>
          <a:xfrm>
            <a:off x="3330425" y="1439300"/>
            <a:ext cx="2483100" cy="37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49" name="Google Shape;1249;p50"/>
          <p:cNvSpPr txBox="1"/>
          <p:nvPr>
            <p:ph idx="5" type="subTitle"/>
          </p:nvPr>
        </p:nvSpPr>
        <p:spPr>
          <a:xfrm>
            <a:off x="3330425" y="1754530"/>
            <a:ext cx="2483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50" name="Google Shape;1250;p50"/>
          <p:cNvSpPr txBox="1"/>
          <p:nvPr>
            <p:ph idx="6" type="subTitle"/>
          </p:nvPr>
        </p:nvSpPr>
        <p:spPr>
          <a:xfrm>
            <a:off x="713750" y="1439300"/>
            <a:ext cx="24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51" name="Google Shape;1251;p50"/>
          <p:cNvSpPr txBox="1"/>
          <p:nvPr>
            <p:ph idx="7" type="subTitle"/>
          </p:nvPr>
        </p:nvSpPr>
        <p:spPr>
          <a:xfrm>
            <a:off x="713750" y="1754525"/>
            <a:ext cx="2483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52" name="Google Shape;1252;p50"/>
          <p:cNvSpPr txBox="1"/>
          <p:nvPr>
            <p:ph idx="8" type="subTitle"/>
          </p:nvPr>
        </p:nvSpPr>
        <p:spPr>
          <a:xfrm>
            <a:off x="713750" y="2936021"/>
            <a:ext cx="24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53" name="Google Shape;1253;p50"/>
          <p:cNvSpPr txBox="1"/>
          <p:nvPr>
            <p:ph idx="9" type="subTitle"/>
          </p:nvPr>
        </p:nvSpPr>
        <p:spPr>
          <a:xfrm>
            <a:off x="3330425" y="2936018"/>
            <a:ext cx="2483100" cy="37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1254" name="Google Shape;1254;p50"/>
          <p:cNvSpPr txBox="1"/>
          <p:nvPr>
            <p:ph idx="13" type="subTitle"/>
          </p:nvPr>
        </p:nvSpPr>
        <p:spPr>
          <a:xfrm>
            <a:off x="5947100" y="3251255"/>
            <a:ext cx="2483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55" name="Google Shape;1255;p50"/>
          <p:cNvSpPr txBox="1"/>
          <p:nvPr>
            <p:ph idx="14" type="subTitle"/>
          </p:nvPr>
        </p:nvSpPr>
        <p:spPr>
          <a:xfrm>
            <a:off x="713750" y="3251257"/>
            <a:ext cx="2483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56" name="Google Shape;1256;p50"/>
          <p:cNvSpPr txBox="1"/>
          <p:nvPr>
            <p:ph idx="15" type="subTitle"/>
          </p:nvPr>
        </p:nvSpPr>
        <p:spPr>
          <a:xfrm>
            <a:off x="3330425" y="3251253"/>
            <a:ext cx="2483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57" name="Google Shape;1257;p50"/>
          <p:cNvSpPr/>
          <p:nvPr/>
        </p:nvSpPr>
        <p:spPr>
          <a:xfrm>
            <a:off x="-972426" y="4335140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50"/>
          <p:cNvSpPr/>
          <p:nvPr/>
        </p:nvSpPr>
        <p:spPr>
          <a:xfrm>
            <a:off x="8094999" y="-1018922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50"/>
          <p:cNvSpPr/>
          <p:nvPr/>
        </p:nvSpPr>
        <p:spPr>
          <a:xfrm>
            <a:off x="8700735" y="551735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51"/>
          <p:cNvSpPr txBox="1"/>
          <p:nvPr>
            <p:ph type="title"/>
          </p:nvPr>
        </p:nvSpPr>
        <p:spPr>
          <a:xfrm>
            <a:off x="4503175" y="554950"/>
            <a:ext cx="3909300" cy="109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63" name="Google Shape;1263;p51"/>
          <p:cNvSpPr txBox="1"/>
          <p:nvPr>
            <p:ph idx="1" type="subTitle"/>
          </p:nvPr>
        </p:nvSpPr>
        <p:spPr>
          <a:xfrm>
            <a:off x="4562750" y="1636347"/>
            <a:ext cx="3849600" cy="10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264" name="Google Shape;1264;p51"/>
          <p:cNvSpPr txBox="1"/>
          <p:nvPr/>
        </p:nvSpPr>
        <p:spPr>
          <a:xfrm>
            <a:off x="4562750" y="3431200"/>
            <a:ext cx="38496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CREDITS: This presentation template was created by </a:t>
            </a:r>
            <a:r>
              <a:rPr b="1" lang="pt-BR" sz="1200" u="sng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pt-BR"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, including icons by </a:t>
            </a:r>
            <a:r>
              <a:rPr b="1" lang="pt-BR" sz="1200" u="sng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BR" sz="12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, and infographics &amp; images by </a:t>
            </a:r>
            <a:r>
              <a:rPr b="1" lang="pt-BR" sz="1200" u="sng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grpSp>
        <p:nvGrpSpPr>
          <p:cNvPr id="1265" name="Google Shape;1265;p51"/>
          <p:cNvGrpSpPr/>
          <p:nvPr/>
        </p:nvGrpSpPr>
        <p:grpSpPr>
          <a:xfrm>
            <a:off x="2889225" y="210450"/>
            <a:ext cx="958167" cy="239549"/>
            <a:chOff x="7380000" y="1200450"/>
            <a:chExt cx="958167" cy="239549"/>
          </a:xfrm>
        </p:grpSpPr>
        <p:sp>
          <p:nvSpPr>
            <p:cNvPr id="1266" name="Google Shape;1266;p51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51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51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51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51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51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51"/>
          <p:cNvSpPr/>
          <p:nvPr/>
        </p:nvSpPr>
        <p:spPr>
          <a:xfrm>
            <a:off x="-1496083" y="-1074370"/>
            <a:ext cx="3016479" cy="3016479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CE5C8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51"/>
          <p:cNvSpPr/>
          <p:nvPr/>
        </p:nvSpPr>
        <p:spPr>
          <a:xfrm>
            <a:off x="818735" y="-56499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1"/>
          <p:cNvSpPr/>
          <p:nvPr/>
        </p:nvSpPr>
        <p:spPr>
          <a:xfrm rot="-1216875">
            <a:off x="223375" y="4053140"/>
            <a:ext cx="1815072" cy="18150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7E4E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1"/>
          <p:cNvSpPr/>
          <p:nvPr/>
        </p:nvSpPr>
        <p:spPr>
          <a:xfrm rot="-1216888">
            <a:off x="1758343" y="3772656"/>
            <a:ext cx="1671838" cy="1671838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rgbClr val="E0DBEC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6" name="Google Shape;1276;p51"/>
          <p:cNvGrpSpPr/>
          <p:nvPr/>
        </p:nvGrpSpPr>
        <p:grpSpPr>
          <a:xfrm>
            <a:off x="1020925" y="2572813"/>
            <a:ext cx="751800" cy="751800"/>
            <a:chOff x="293425" y="1012813"/>
            <a:chExt cx="751800" cy="751800"/>
          </a:xfrm>
        </p:grpSpPr>
        <p:sp>
          <p:nvSpPr>
            <p:cNvPr id="1277" name="Google Shape;1277;p51"/>
            <p:cNvSpPr/>
            <p:nvPr/>
          </p:nvSpPr>
          <p:spPr>
            <a:xfrm>
              <a:off x="293425" y="1012813"/>
              <a:ext cx="751800" cy="7518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278" name="Google Shape;1278;p51"/>
            <p:cNvGrpSpPr/>
            <p:nvPr/>
          </p:nvGrpSpPr>
          <p:grpSpPr>
            <a:xfrm>
              <a:off x="456098" y="1179547"/>
              <a:ext cx="426462" cy="418363"/>
              <a:chOff x="-1183550" y="3586525"/>
              <a:chExt cx="296175" cy="290550"/>
            </a:xfrm>
          </p:grpSpPr>
          <p:sp>
            <p:nvSpPr>
              <p:cNvPr id="1279" name="Google Shape;1279;p51"/>
              <p:cNvSpPr/>
              <p:nvPr/>
            </p:nvSpPr>
            <p:spPr>
              <a:xfrm>
                <a:off x="-927575" y="3671500"/>
                <a:ext cx="40200" cy="16575"/>
              </a:xfrm>
              <a:custGeom>
                <a:rect b="b" l="l" r="r" t="t"/>
                <a:pathLst>
                  <a:path extrusionOk="0" h="663" w="1608">
                    <a:moveTo>
                      <a:pt x="473" y="0"/>
                    </a:moveTo>
                    <a:cubicBezTo>
                      <a:pt x="32" y="0"/>
                      <a:pt x="1" y="662"/>
                      <a:pt x="473" y="662"/>
                    </a:cubicBezTo>
                    <a:lnTo>
                      <a:pt x="1135" y="662"/>
                    </a:lnTo>
                    <a:cubicBezTo>
                      <a:pt x="1145" y="663"/>
                      <a:pt x="1156" y="663"/>
                      <a:pt x="1166" y="663"/>
                    </a:cubicBezTo>
                    <a:cubicBezTo>
                      <a:pt x="1607" y="663"/>
                      <a:pt x="1597" y="0"/>
                      <a:pt x="1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51"/>
              <p:cNvSpPr/>
              <p:nvPr/>
            </p:nvSpPr>
            <p:spPr>
              <a:xfrm>
                <a:off x="-1183550" y="3671500"/>
                <a:ext cx="39400" cy="16575"/>
              </a:xfrm>
              <a:custGeom>
                <a:rect b="b" l="l" r="r" t="t"/>
                <a:pathLst>
                  <a:path extrusionOk="0" h="663" w="1576">
                    <a:moveTo>
                      <a:pt x="473" y="0"/>
                    </a:moveTo>
                    <a:cubicBezTo>
                      <a:pt x="32" y="0"/>
                      <a:pt x="1" y="662"/>
                      <a:pt x="473" y="662"/>
                    </a:cubicBezTo>
                    <a:lnTo>
                      <a:pt x="1135" y="662"/>
                    </a:lnTo>
                    <a:cubicBezTo>
                      <a:pt x="1145" y="663"/>
                      <a:pt x="1154" y="663"/>
                      <a:pt x="1163" y="663"/>
                    </a:cubicBezTo>
                    <a:cubicBezTo>
                      <a:pt x="1576" y="663"/>
                      <a:pt x="1566" y="0"/>
                      <a:pt x="1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51"/>
              <p:cNvSpPr/>
              <p:nvPr/>
            </p:nvSpPr>
            <p:spPr>
              <a:xfrm>
                <a:off x="-944250" y="3603025"/>
                <a:ext cx="39525" cy="26375"/>
              </a:xfrm>
              <a:custGeom>
                <a:rect b="b" l="l" r="r" t="t"/>
                <a:pathLst>
                  <a:path extrusionOk="0" h="1055" w="1581">
                    <a:moveTo>
                      <a:pt x="1086" y="1"/>
                    </a:moveTo>
                    <a:cubicBezTo>
                      <a:pt x="1024" y="1"/>
                      <a:pt x="957" y="19"/>
                      <a:pt x="888" y="61"/>
                    </a:cubicBezTo>
                    <a:lnTo>
                      <a:pt x="321" y="408"/>
                    </a:lnTo>
                    <a:cubicBezTo>
                      <a:pt x="0" y="595"/>
                      <a:pt x="179" y="1054"/>
                      <a:pt x="490" y="1054"/>
                    </a:cubicBezTo>
                    <a:cubicBezTo>
                      <a:pt x="546" y="1054"/>
                      <a:pt x="606" y="1040"/>
                      <a:pt x="668" y="1006"/>
                    </a:cubicBezTo>
                    <a:lnTo>
                      <a:pt x="1266" y="660"/>
                    </a:lnTo>
                    <a:cubicBezTo>
                      <a:pt x="1581" y="450"/>
                      <a:pt x="1394" y="1"/>
                      <a:pt x="10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51"/>
              <p:cNvSpPr/>
              <p:nvPr/>
            </p:nvSpPr>
            <p:spPr>
              <a:xfrm>
                <a:off x="-1166200" y="3731225"/>
                <a:ext cx="39700" cy="26075"/>
              </a:xfrm>
              <a:custGeom>
                <a:rect b="b" l="l" r="r" t="t"/>
                <a:pathLst>
                  <a:path extrusionOk="0" h="1043" w="1588">
                    <a:moveTo>
                      <a:pt x="1071" y="1"/>
                    </a:moveTo>
                    <a:cubicBezTo>
                      <a:pt x="1021" y="1"/>
                      <a:pt x="968" y="12"/>
                      <a:pt x="913" y="37"/>
                    </a:cubicBezTo>
                    <a:lnTo>
                      <a:pt x="315" y="384"/>
                    </a:lnTo>
                    <a:cubicBezTo>
                      <a:pt x="0" y="593"/>
                      <a:pt x="187" y="1043"/>
                      <a:pt x="495" y="1043"/>
                    </a:cubicBezTo>
                    <a:cubicBezTo>
                      <a:pt x="557" y="1043"/>
                      <a:pt x="624" y="1025"/>
                      <a:pt x="693" y="982"/>
                    </a:cubicBezTo>
                    <a:lnTo>
                      <a:pt x="1260" y="636"/>
                    </a:lnTo>
                    <a:cubicBezTo>
                      <a:pt x="1587" y="472"/>
                      <a:pt x="1395" y="1"/>
                      <a:pt x="10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51"/>
              <p:cNvSpPr/>
              <p:nvPr/>
            </p:nvSpPr>
            <p:spPr>
              <a:xfrm>
                <a:off x="-944925" y="3730950"/>
                <a:ext cx="40200" cy="26375"/>
              </a:xfrm>
              <a:custGeom>
                <a:rect b="b" l="l" r="r" t="t"/>
                <a:pathLst>
                  <a:path extrusionOk="0" h="1055" w="1608">
                    <a:moveTo>
                      <a:pt x="515" y="0"/>
                    </a:moveTo>
                    <a:cubicBezTo>
                      <a:pt x="198" y="0"/>
                      <a:pt x="1" y="460"/>
                      <a:pt x="348" y="647"/>
                    </a:cubicBezTo>
                    <a:lnTo>
                      <a:pt x="915" y="993"/>
                    </a:lnTo>
                    <a:cubicBezTo>
                      <a:pt x="984" y="1036"/>
                      <a:pt x="1052" y="1054"/>
                      <a:pt x="1114" y="1054"/>
                    </a:cubicBezTo>
                    <a:cubicBezTo>
                      <a:pt x="1421" y="1054"/>
                      <a:pt x="1608" y="609"/>
                      <a:pt x="1293" y="426"/>
                    </a:cubicBezTo>
                    <a:lnTo>
                      <a:pt x="695" y="48"/>
                    </a:lnTo>
                    <a:cubicBezTo>
                      <a:pt x="633" y="15"/>
                      <a:pt x="572" y="0"/>
                      <a:pt x="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51"/>
              <p:cNvSpPr/>
              <p:nvPr/>
            </p:nvSpPr>
            <p:spPr>
              <a:xfrm>
                <a:off x="-1167000" y="3603025"/>
                <a:ext cx="40200" cy="26375"/>
              </a:xfrm>
              <a:custGeom>
                <a:rect b="b" l="l" r="r" t="t"/>
                <a:pathLst>
                  <a:path extrusionOk="0" h="1055" w="1608">
                    <a:moveTo>
                      <a:pt x="477" y="1"/>
                    </a:moveTo>
                    <a:cubicBezTo>
                      <a:pt x="188" y="1"/>
                      <a:pt x="1" y="450"/>
                      <a:pt x="315" y="660"/>
                    </a:cubicBezTo>
                    <a:lnTo>
                      <a:pt x="914" y="1006"/>
                    </a:lnTo>
                    <a:cubicBezTo>
                      <a:pt x="981" y="1040"/>
                      <a:pt x="1044" y="1054"/>
                      <a:pt x="1103" y="1054"/>
                    </a:cubicBezTo>
                    <a:cubicBezTo>
                      <a:pt x="1434" y="1054"/>
                      <a:pt x="1608" y="595"/>
                      <a:pt x="1260" y="408"/>
                    </a:cubicBezTo>
                    <a:lnTo>
                      <a:pt x="662" y="61"/>
                    </a:lnTo>
                    <a:cubicBezTo>
                      <a:pt x="598" y="19"/>
                      <a:pt x="536" y="1"/>
                      <a:pt x="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51"/>
              <p:cNvSpPr/>
              <p:nvPr/>
            </p:nvSpPr>
            <p:spPr>
              <a:xfrm>
                <a:off x="-1065400" y="3658900"/>
                <a:ext cx="59875" cy="77200"/>
              </a:xfrm>
              <a:custGeom>
                <a:rect b="b" l="l" r="r" t="t"/>
                <a:pathLst>
                  <a:path extrusionOk="0" h="3088" w="2395">
                    <a:moveTo>
                      <a:pt x="882" y="0"/>
                    </a:moveTo>
                    <a:lnTo>
                      <a:pt x="0" y="1355"/>
                    </a:lnTo>
                    <a:lnTo>
                      <a:pt x="1355" y="1922"/>
                    </a:lnTo>
                    <a:cubicBezTo>
                      <a:pt x="1450" y="1953"/>
                      <a:pt x="1544" y="2111"/>
                      <a:pt x="1544" y="2237"/>
                    </a:cubicBezTo>
                    <a:lnTo>
                      <a:pt x="1544" y="3088"/>
                    </a:lnTo>
                    <a:lnTo>
                      <a:pt x="2395" y="1733"/>
                    </a:lnTo>
                    <a:lnTo>
                      <a:pt x="1071" y="1166"/>
                    </a:lnTo>
                    <a:cubicBezTo>
                      <a:pt x="945" y="1134"/>
                      <a:pt x="882" y="1008"/>
                      <a:pt x="882" y="851"/>
                    </a:cubicBezTo>
                    <a:lnTo>
                      <a:pt x="8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51"/>
              <p:cNvSpPr/>
              <p:nvPr/>
            </p:nvSpPr>
            <p:spPr>
              <a:xfrm>
                <a:off x="-1078000" y="3809325"/>
                <a:ext cx="85075" cy="67750"/>
              </a:xfrm>
              <a:custGeom>
                <a:rect b="b" l="l" r="r" t="t"/>
                <a:pathLst>
                  <a:path extrusionOk="0" h="2710" w="3403">
                    <a:moveTo>
                      <a:pt x="0" y="1"/>
                    </a:moveTo>
                    <a:lnTo>
                      <a:pt x="0" y="662"/>
                    </a:lnTo>
                    <a:lnTo>
                      <a:pt x="1008" y="662"/>
                    </a:lnTo>
                    <a:cubicBezTo>
                      <a:pt x="1449" y="662"/>
                      <a:pt x="1481" y="1324"/>
                      <a:pt x="1008" y="1324"/>
                    </a:cubicBezTo>
                    <a:lnTo>
                      <a:pt x="0" y="1324"/>
                    </a:lnTo>
                    <a:lnTo>
                      <a:pt x="0" y="1670"/>
                    </a:lnTo>
                    <a:cubicBezTo>
                      <a:pt x="0" y="2237"/>
                      <a:pt x="473" y="2710"/>
                      <a:pt x="1008" y="2710"/>
                    </a:cubicBezTo>
                    <a:lnTo>
                      <a:pt x="2395" y="2710"/>
                    </a:lnTo>
                    <a:cubicBezTo>
                      <a:pt x="2962" y="2710"/>
                      <a:pt x="3403" y="2237"/>
                      <a:pt x="3403" y="1670"/>
                    </a:cubicBezTo>
                    <a:lnTo>
                      <a:pt x="3403" y="1324"/>
                    </a:lnTo>
                    <a:lnTo>
                      <a:pt x="2395" y="1324"/>
                    </a:lnTo>
                    <a:cubicBezTo>
                      <a:pt x="1954" y="1324"/>
                      <a:pt x="1922" y="662"/>
                      <a:pt x="2395" y="662"/>
                    </a:cubicBezTo>
                    <a:lnTo>
                      <a:pt x="3403" y="662"/>
                    </a:lnTo>
                    <a:lnTo>
                      <a:pt x="34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51"/>
              <p:cNvSpPr/>
              <p:nvPr/>
            </p:nvSpPr>
            <p:spPr>
              <a:xfrm>
                <a:off x="-1135500" y="3586525"/>
                <a:ext cx="193775" cy="204700"/>
              </a:xfrm>
              <a:custGeom>
                <a:rect b="b" l="l" r="r" t="t"/>
                <a:pathLst>
                  <a:path extrusionOk="0" h="8188" w="7751">
                    <a:moveTo>
                      <a:pt x="4023" y="1424"/>
                    </a:moveTo>
                    <a:cubicBezTo>
                      <a:pt x="4201" y="1424"/>
                      <a:pt x="4380" y="1561"/>
                      <a:pt x="4380" y="1761"/>
                    </a:cubicBezTo>
                    <a:lnTo>
                      <a:pt x="4380" y="3588"/>
                    </a:lnTo>
                    <a:lnTo>
                      <a:pt x="5892" y="4124"/>
                    </a:lnTo>
                    <a:cubicBezTo>
                      <a:pt x="5955" y="4187"/>
                      <a:pt x="6049" y="4250"/>
                      <a:pt x="6081" y="4344"/>
                    </a:cubicBezTo>
                    <a:cubicBezTo>
                      <a:pt x="6081" y="4407"/>
                      <a:pt x="6081" y="4533"/>
                      <a:pt x="5986" y="4628"/>
                    </a:cubicBezTo>
                    <a:lnTo>
                      <a:pt x="4285" y="7369"/>
                    </a:lnTo>
                    <a:cubicBezTo>
                      <a:pt x="4222" y="7495"/>
                      <a:pt x="4127" y="7526"/>
                      <a:pt x="4033" y="7526"/>
                    </a:cubicBezTo>
                    <a:lnTo>
                      <a:pt x="3938" y="7526"/>
                    </a:lnTo>
                    <a:cubicBezTo>
                      <a:pt x="3781" y="7495"/>
                      <a:pt x="3718" y="7369"/>
                      <a:pt x="3718" y="7211"/>
                    </a:cubicBezTo>
                    <a:lnTo>
                      <a:pt x="3718" y="5384"/>
                    </a:lnTo>
                    <a:lnTo>
                      <a:pt x="2206" y="4817"/>
                    </a:lnTo>
                    <a:cubicBezTo>
                      <a:pt x="2143" y="4754"/>
                      <a:pt x="2048" y="4691"/>
                      <a:pt x="2017" y="4596"/>
                    </a:cubicBezTo>
                    <a:cubicBezTo>
                      <a:pt x="1985" y="4533"/>
                      <a:pt x="2017" y="4407"/>
                      <a:pt x="2048" y="4344"/>
                    </a:cubicBezTo>
                    <a:lnTo>
                      <a:pt x="3749" y="1572"/>
                    </a:lnTo>
                    <a:cubicBezTo>
                      <a:pt x="3818" y="1469"/>
                      <a:pt x="3920" y="1424"/>
                      <a:pt x="4023" y="1424"/>
                    </a:cubicBezTo>
                    <a:close/>
                    <a:moveTo>
                      <a:pt x="4019" y="1"/>
                    </a:moveTo>
                    <a:cubicBezTo>
                      <a:pt x="3743" y="1"/>
                      <a:pt x="3463" y="31"/>
                      <a:pt x="3182" y="91"/>
                    </a:cubicBezTo>
                    <a:cubicBezTo>
                      <a:pt x="1733" y="406"/>
                      <a:pt x="567" y="1572"/>
                      <a:pt x="284" y="3084"/>
                    </a:cubicBezTo>
                    <a:cubicBezTo>
                      <a:pt x="0" y="4533"/>
                      <a:pt x="599" y="5479"/>
                      <a:pt x="1040" y="6140"/>
                    </a:cubicBezTo>
                    <a:cubicBezTo>
                      <a:pt x="1922" y="7526"/>
                      <a:pt x="1387" y="7526"/>
                      <a:pt x="1670" y="8188"/>
                    </a:cubicBezTo>
                    <a:lnTo>
                      <a:pt x="6301" y="8188"/>
                    </a:lnTo>
                    <a:cubicBezTo>
                      <a:pt x="6553" y="7526"/>
                      <a:pt x="6018" y="7526"/>
                      <a:pt x="6931" y="6109"/>
                    </a:cubicBezTo>
                    <a:cubicBezTo>
                      <a:pt x="7373" y="5447"/>
                      <a:pt x="7719" y="4817"/>
                      <a:pt x="7719" y="3746"/>
                    </a:cubicBezTo>
                    <a:cubicBezTo>
                      <a:pt x="7751" y="2612"/>
                      <a:pt x="7246" y="1540"/>
                      <a:pt x="6396" y="847"/>
                    </a:cubicBezTo>
                    <a:cubicBezTo>
                      <a:pt x="5726" y="297"/>
                      <a:pt x="4892" y="1"/>
                      <a:pt x="40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8" name="Google Shape;1288;p51"/>
          <p:cNvGrpSpPr/>
          <p:nvPr/>
        </p:nvGrpSpPr>
        <p:grpSpPr>
          <a:xfrm>
            <a:off x="2218350" y="1781513"/>
            <a:ext cx="751800" cy="751800"/>
            <a:chOff x="1120225" y="163588"/>
            <a:chExt cx="751800" cy="751800"/>
          </a:xfrm>
        </p:grpSpPr>
        <p:sp>
          <p:nvSpPr>
            <p:cNvPr id="1289" name="Google Shape;1289;p51"/>
            <p:cNvSpPr/>
            <p:nvPr/>
          </p:nvSpPr>
          <p:spPr>
            <a:xfrm>
              <a:off x="1120225" y="163588"/>
              <a:ext cx="751800" cy="751800"/>
            </a:xfrm>
            <a:prstGeom prst="ellipse">
              <a:avLst/>
            </a:prstGeom>
            <a:solidFill>
              <a:schemeClr val="accent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290" name="Google Shape;1290;p51"/>
            <p:cNvGrpSpPr/>
            <p:nvPr/>
          </p:nvGrpSpPr>
          <p:grpSpPr>
            <a:xfrm>
              <a:off x="1321084" y="364471"/>
              <a:ext cx="350079" cy="350079"/>
              <a:chOff x="3497300" y="3227275"/>
              <a:chExt cx="296175" cy="296175"/>
            </a:xfrm>
          </p:grpSpPr>
          <p:sp>
            <p:nvSpPr>
              <p:cNvPr id="1291" name="Google Shape;1291;p51"/>
              <p:cNvSpPr/>
              <p:nvPr/>
            </p:nvSpPr>
            <p:spPr>
              <a:xfrm>
                <a:off x="3609925" y="3339900"/>
                <a:ext cx="69350" cy="68550"/>
              </a:xfrm>
              <a:custGeom>
                <a:rect b="b" l="l" r="r" t="t"/>
                <a:pathLst>
                  <a:path extrusionOk="0" h="2742" w="2774">
                    <a:moveTo>
                      <a:pt x="1387" y="1"/>
                    </a:moveTo>
                    <a:cubicBezTo>
                      <a:pt x="631" y="1"/>
                      <a:pt x="1" y="631"/>
                      <a:pt x="1" y="1355"/>
                    </a:cubicBezTo>
                    <a:cubicBezTo>
                      <a:pt x="1" y="2112"/>
                      <a:pt x="631" y="2742"/>
                      <a:pt x="1387" y="2742"/>
                    </a:cubicBezTo>
                    <a:cubicBezTo>
                      <a:pt x="2143" y="2742"/>
                      <a:pt x="2773" y="2112"/>
                      <a:pt x="2773" y="1355"/>
                    </a:cubicBezTo>
                    <a:cubicBezTo>
                      <a:pt x="2773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51"/>
              <p:cNvSpPr/>
              <p:nvPr/>
            </p:nvSpPr>
            <p:spPr>
              <a:xfrm>
                <a:off x="3531175" y="3227275"/>
                <a:ext cx="86650" cy="86675"/>
              </a:xfrm>
              <a:custGeom>
                <a:rect b="b" l="l" r="r" t="t"/>
                <a:pathLst>
                  <a:path extrusionOk="0" h="3467" w="3466"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8"/>
                      <a:pt x="788" y="3466"/>
                      <a:pt x="1733" y="3466"/>
                    </a:cubicBezTo>
                    <a:cubicBezTo>
                      <a:pt x="2741" y="3466"/>
                      <a:pt x="3466" y="2678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51"/>
              <p:cNvSpPr/>
              <p:nvPr/>
            </p:nvSpPr>
            <p:spPr>
              <a:xfrm>
                <a:off x="3670575" y="3227275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8"/>
                      <a:pt x="788" y="3466"/>
                      <a:pt x="1733" y="3466"/>
                    </a:cubicBezTo>
                    <a:cubicBezTo>
                      <a:pt x="2679" y="3466"/>
                      <a:pt x="3466" y="2678"/>
                      <a:pt x="3466" y="1733"/>
                    </a:cubicBezTo>
                    <a:cubicBezTo>
                      <a:pt x="3466" y="788"/>
                      <a:pt x="2679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51"/>
              <p:cNvSpPr/>
              <p:nvPr/>
            </p:nvSpPr>
            <p:spPr>
              <a:xfrm>
                <a:off x="3622525" y="3421825"/>
                <a:ext cx="41775" cy="25225"/>
              </a:xfrm>
              <a:custGeom>
                <a:rect b="b" l="l" r="r" t="t"/>
                <a:pathLst>
                  <a:path extrusionOk="0" h="1009" w="1671">
                    <a:moveTo>
                      <a:pt x="1" y="0"/>
                    </a:moveTo>
                    <a:lnTo>
                      <a:pt x="851" y="1008"/>
                    </a:lnTo>
                    <a:lnTo>
                      <a:pt x="1671" y="0"/>
                    </a:lnTo>
                    <a:lnTo>
                      <a:pt x="1671" y="0"/>
                    </a:lnTo>
                    <a:cubicBezTo>
                      <a:pt x="1450" y="126"/>
                      <a:pt x="1167" y="158"/>
                      <a:pt x="851" y="158"/>
                    </a:cubicBezTo>
                    <a:cubicBezTo>
                      <a:pt x="568" y="158"/>
                      <a:pt x="284" y="9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51"/>
              <p:cNvSpPr/>
              <p:nvPr/>
            </p:nvSpPr>
            <p:spPr>
              <a:xfrm>
                <a:off x="3566600" y="34163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261" y="1"/>
                    </a:moveTo>
                    <a:cubicBezTo>
                      <a:pt x="474" y="599"/>
                      <a:pt x="1" y="1513"/>
                      <a:pt x="1" y="2490"/>
                    </a:cubicBezTo>
                    <a:lnTo>
                      <a:pt x="1" y="3907"/>
                    </a:lnTo>
                    <a:cubicBezTo>
                      <a:pt x="1" y="4096"/>
                      <a:pt x="158" y="4254"/>
                      <a:pt x="379" y="4254"/>
                    </a:cubicBezTo>
                    <a:lnTo>
                      <a:pt x="2805" y="4254"/>
                    </a:lnTo>
                    <a:lnTo>
                      <a:pt x="2805" y="1891"/>
                    </a:ln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51"/>
              <p:cNvSpPr/>
              <p:nvPr/>
            </p:nvSpPr>
            <p:spPr>
              <a:xfrm>
                <a:off x="3653250" y="34171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544" y="0"/>
                    </a:moveTo>
                    <a:lnTo>
                      <a:pt x="1" y="1890"/>
                    </a:lnTo>
                    <a:lnTo>
                      <a:pt x="1" y="4253"/>
                    </a:lnTo>
                    <a:lnTo>
                      <a:pt x="2458" y="4253"/>
                    </a:lnTo>
                    <a:cubicBezTo>
                      <a:pt x="2647" y="4253"/>
                      <a:pt x="2804" y="4096"/>
                      <a:pt x="2804" y="3907"/>
                    </a:cubicBezTo>
                    <a:lnTo>
                      <a:pt x="2804" y="2489"/>
                    </a:lnTo>
                    <a:cubicBezTo>
                      <a:pt x="2773" y="1481"/>
                      <a:pt x="2300" y="567"/>
                      <a:pt x="1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51"/>
              <p:cNvSpPr/>
              <p:nvPr/>
            </p:nvSpPr>
            <p:spPr>
              <a:xfrm>
                <a:off x="3655625" y="3310775"/>
                <a:ext cx="137850" cy="108700"/>
              </a:xfrm>
              <a:custGeom>
                <a:rect b="b" l="l" r="r" t="t"/>
                <a:pathLst>
                  <a:path extrusionOk="0" h="4348" w="5514">
                    <a:moveTo>
                      <a:pt x="3686" y="1512"/>
                    </a:moveTo>
                    <a:cubicBezTo>
                      <a:pt x="3907" y="1512"/>
                      <a:pt x="4064" y="1670"/>
                      <a:pt x="4064" y="1859"/>
                    </a:cubicBezTo>
                    <a:cubicBezTo>
                      <a:pt x="4064" y="2048"/>
                      <a:pt x="3907" y="2205"/>
                      <a:pt x="3686" y="2205"/>
                    </a:cubicBezTo>
                    <a:lnTo>
                      <a:pt x="2993" y="2205"/>
                    </a:lnTo>
                    <a:cubicBezTo>
                      <a:pt x="2804" y="2205"/>
                      <a:pt x="2646" y="2048"/>
                      <a:pt x="2646" y="1859"/>
                    </a:cubicBezTo>
                    <a:cubicBezTo>
                      <a:pt x="2646" y="1670"/>
                      <a:pt x="2804" y="1512"/>
                      <a:pt x="2993" y="1512"/>
                    </a:cubicBezTo>
                    <a:close/>
                    <a:moveTo>
                      <a:pt x="4127" y="0"/>
                    </a:moveTo>
                    <a:cubicBezTo>
                      <a:pt x="3686" y="536"/>
                      <a:pt x="3056" y="851"/>
                      <a:pt x="2331" y="851"/>
                    </a:cubicBezTo>
                    <a:cubicBezTo>
                      <a:pt x="1607" y="851"/>
                      <a:pt x="977" y="504"/>
                      <a:pt x="536" y="63"/>
                    </a:cubicBezTo>
                    <a:cubicBezTo>
                      <a:pt x="347" y="221"/>
                      <a:pt x="158" y="378"/>
                      <a:pt x="0" y="567"/>
                    </a:cubicBezTo>
                    <a:cubicBezTo>
                      <a:pt x="945" y="756"/>
                      <a:pt x="1638" y="1575"/>
                      <a:pt x="1638" y="2615"/>
                    </a:cubicBezTo>
                    <a:cubicBezTo>
                      <a:pt x="1638" y="2930"/>
                      <a:pt x="1575" y="3214"/>
                      <a:pt x="1449" y="3466"/>
                    </a:cubicBezTo>
                    <a:cubicBezTo>
                      <a:pt x="1859" y="3718"/>
                      <a:pt x="2205" y="4001"/>
                      <a:pt x="2520" y="4348"/>
                    </a:cubicBezTo>
                    <a:lnTo>
                      <a:pt x="5167" y="4348"/>
                    </a:lnTo>
                    <a:cubicBezTo>
                      <a:pt x="5356" y="4348"/>
                      <a:pt x="5513" y="4190"/>
                      <a:pt x="5513" y="4001"/>
                    </a:cubicBezTo>
                    <a:lnTo>
                      <a:pt x="5513" y="2615"/>
                    </a:lnTo>
                    <a:cubicBezTo>
                      <a:pt x="5482" y="1512"/>
                      <a:pt x="4915" y="567"/>
                      <a:pt x="41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51"/>
              <p:cNvSpPr/>
              <p:nvPr/>
            </p:nvSpPr>
            <p:spPr>
              <a:xfrm>
                <a:off x="3497300" y="3309975"/>
                <a:ext cx="136275" cy="108725"/>
              </a:xfrm>
              <a:custGeom>
                <a:rect b="b" l="l" r="r" t="t"/>
                <a:pathLst>
                  <a:path extrusionOk="0" h="4349" w="5451">
                    <a:moveTo>
                      <a:pt x="2426" y="1544"/>
                    </a:moveTo>
                    <a:cubicBezTo>
                      <a:pt x="2615" y="1544"/>
                      <a:pt x="2773" y="1702"/>
                      <a:pt x="2773" y="1891"/>
                    </a:cubicBezTo>
                    <a:cubicBezTo>
                      <a:pt x="2773" y="2080"/>
                      <a:pt x="2615" y="2237"/>
                      <a:pt x="2426" y="2237"/>
                    </a:cubicBezTo>
                    <a:lnTo>
                      <a:pt x="1733" y="2237"/>
                    </a:lnTo>
                    <a:cubicBezTo>
                      <a:pt x="1513" y="2237"/>
                      <a:pt x="1355" y="2080"/>
                      <a:pt x="1355" y="1891"/>
                    </a:cubicBezTo>
                    <a:cubicBezTo>
                      <a:pt x="1355" y="1702"/>
                      <a:pt x="1513" y="1544"/>
                      <a:pt x="1733" y="1544"/>
                    </a:cubicBezTo>
                    <a:close/>
                    <a:moveTo>
                      <a:pt x="1324" y="1"/>
                    </a:moveTo>
                    <a:cubicBezTo>
                      <a:pt x="536" y="568"/>
                      <a:pt x="1" y="1513"/>
                      <a:pt x="1" y="2552"/>
                    </a:cubicBezTo>
                    <a:lnTo>
                      <a:pt x="1" y="3939"/>
                    </a:lnTo>
                    <a:cubicBezTo>
                      <a:pt x="1" y="4191"/>
                      <a:pt x="95" y="4348"/>
                      <a:pt x="316" y="4348"/>
                    </a:cubicBezTo>
                    <a:lnTo>
                      <a:pt x="2930" y="4348"/>
                    </a:lnTo>
                    <a:cubicBezTo>
                      <a:pt x="3214" y="3970"/>
                      <a:pt x="3561" y="3655"/>
                      <a:pt x="4002" y="3466"/>
                    </a:cubicBezTo>
                    <a:cubicBezTo>
                      <a:pt x="3876" y="3183"/>
                      <a:pt x="3813" y="2930"/>
                      <a:pt x="3813" y="2615"/>
                    </a:cubicBezTo>
                    <a:cubicBezTo>
                      <a:pt x="3813" y="1607"/>
                      <a:pt x="4506" y="757"/>
                      <a:pt x="5451" y="568"/>
                    </a:cubicBezTo>
                    <a:cubicBezTo>
                      <a:pt x="5293" y="347"/>
                      <a:pt x="5104" y="190"/>
                      <a:pt x="4915" y="32"/>
                    </a:cubicBezTo>
                    <a:cubicBezTo>
                      <a:pt x="4474" y="505"/>
                      <a:pt x="3844" y="820"/>
                      <a:pt x="3151" y="820"/>
                    </a:cubicBezTo>
                    <a:cubicBezTo>
                      <a:pt x="2426" y="820"/>
                      <a:pt x="1796" y="505"/>
                      <a:pt x="1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99" name="Google Shape;1299;p51"/>
          <p:cNvGrpSpPr/>
          <p:nvPr/>
        </p:nvGrpSpPr>
        <p:grpSpPr>
          <a:xfrm>
            <a:off x="2346275" y="3207963"/>
            <a:ext cx="751800" cy="751800"/>
            <a:chOff x="966275" y="1403513"/>
            <a:chExt cx="751800" cy="751800"/>
          </a:xfrm>
        </p:grpSpPr>
        <p:sp>
          <p:nvSpPr>
            <p:cNvPr id="1300" name="Google Shape;1300;p51"/>
            <p:cNvSpPr/>
            <p:nvPr/>
          </p:nvSpPr>
          <p:spPr>
            <a:xfrm>
              <a:off x="966275" y="1403513"/>
              <a:ext cx="751800" cy="751800"/>
            </a:xfrm>
            <a:prstGeom prst="ellipse">
              <a:avLst/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301" name="Google Shape;1301;p51"/>
            <p:cNvGrpSpPr/>
            <p:nvPr/>
          </p:nvGrpSpPr>
          <p:grpSpPr>
            <a:xfrm>
              <a:off x="1172887" y="1610231"/>
              <a:ext cx="338566" cy="338373"/>
              <a:chOff x="5643000" y="2621375"/>
              <a:chExt cx="480850" cy="480575"/>
            </a:xfrm>
          </p:grpSpPr>
          <p:sp>
            <p:nvSpPr>
              <p:cNvPr id="1302" name="Google Shape;1302;p51"/>
              <p:cNvSpPr/>
              <p:nvPr/>
            </p:nvSpPr>
            <p:spPr>
              <a:xfrm>
                <a:off x="5837150" y="2812950"/>
                <a:ext cx="92625" cy="88125"/>
              </a:xfrm>
              <a:custGeom>
                <a:rect b="b" l="l" r="r" t="t"/>
                <a:pathLst>
                  <a:path extrusionOk="0" h="3525" w="3705">
                    <a:moveTo>
                      <a:pt x="1853" y="1"/>
                    </a:moveTo>
                    <a:lnTo>
                      <a:pt x="1" y="1347"/>
                    </a:lnTo>
                    <a:lnTo>
                      <a:pt x="706" y="3524"/>
                    </a:lnTo>
                    <a:lnTo>
                      <a:pt x="2997" y="3524"/>
                    </a:lnTo>
                    <a:lnTo>
                      <a:pt x="3705" y="1347"/>
                    </a:lnTo>
                    <a:lnTo>
                      <a:pt x="185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3" name="Google Shape;1303;p51"/>
              <p:cNvSpPr/>
              <p:nvPr/>
            </p:nvSpPr>
            <p:spPr>
              <a:xfrm>
                <a:off x="5643000" y="2631975"/>
                <a:ext cx="480850" cy="469975"/>
              </a:xfrm>
              <a:custGeom>
                <a:rect b="b" l="l" r="r" t="t"/>
                <a:pathLst>
                  <a:path extrusionOk="0" h="18799" w="19234">
                    <a:moveTo>
                      <a:pt x="9617" y="5978"/>
                    </a:moveTo>
                    <a:cubicBezTo>
                      <a:pt x="9734" y="5978"/>
                      <a:pt x="9851" y="6014"/>
                      <a:pt x="9950" y="6087"/>
                    </a:cubicBezTo>
                    <a:lnTo>
                      <a:pt x="12464" y="7914"/>
                    </a:lnTo>
                    <a:cubicBezTo>
                      <a:pt x="12663" y="8059"/>
                      <a:pt x="12745" y="8312"/>
                      <a:pt x="12669" y="8547"/>
                    </a:cubicBezTo>
                    <a:lnTo>
                      <a:pt x="11709" y="11504"/>
                    </a:lnTo>
                    <a:cubicBezTo>
                      <a:pt x="11633" y="11736"/>
                      <a:pt x="11417" y="11892"/>
                      <a:pt x="11173" y="11892"/>
                    </a:cubicBezTo>
                    <a:lnTo>
                      <a:pt x="8062" y="11892"/>
                    </a:lnTo>
                    <a:cubicBezTo>
                      <a:pt x="7818" y="11892"/>
                      <a:pt x="7601" y="11736"/>
                      <a:pt x="7526" y="11504"/>
                    </a:cubicBezTo>
                    <a:lnTo>
                      <a:pt x="6565" y="8547"/>
                    </a:lnTo>
                    <a:cubicBezTo>
                      <a:pt x="6490" y="8312"/>
                      <a:pt x="6571" y="8059"/>
                      <a:pt x="6770" y="7914"/>
                    </a:cubicBezTo>
                    <a:lnTo>
                      <a:pt x="9285" y="6087"/>
                    </a:lnTo>
                    <a:cubicBezTo>
                      <a:pt x="9384" y="6014"/>
                      <a:pt x="9501" y="5978"/>
                      <a:pt x="9617" y="5978"/>
                    </a:cubicBezTo>
                    <a:close/>
                    <a:moveTo>
                      <a:pt x="6785" y="1"/>
                    </a:moveTo>
                    <a:lnTo>
                      <a:pt x="6785" y="1"/>
                    </a:lnTo>
                    <a:cubicBezTo>
                      <a:pt x="5289" y="462"/>
                      <a:pt x="3928" y="1284"/>
                      <a:pt x="2822" y="2395"/>
                    </a:cubicBezTo>
                    <a:cubicBezTo>
                      <a:pt x="2431" y="2783"/>
                      <a:pt x="2076" y="3208"/>
                      <a:pt x="1756" y="3656"/>
                    </a:cubicBezTo>
                    <a:lnTo>
                      <a:pt x="3072" y="3834"/>
                    </a:lnTo>
                    <a:cubicBezTo>
                      <a:pt x="3289" y="3864"/>
                      <a:pt x="3467" y="4015"/>
                      <a:pt x="3533" y="4220"/>
                    </a:cubicBezTo>
                    <a:lnTo>
                      <a:pt x="4497" y="7177"/>
                    </a:lnTo>
                    <a:cubicBezTo>
                      <a:pt x="4572" y="7408"/>
                      <a:pt x="4488" y="7664"/>
                      <a:pt x="4289" y="7809"/>
                    </a:cubicBezTo>
                    <a:lnTo>
                      <a:pt x="1775" y="9637"/>
                    </a:lnTo>
                    <a:cubicBezTo>
                      <a:pt x="1677" y="9708"/>
                      <a:pt x="1560" y="9743"/>
                      <a:pt x="1444" y="9743"/>
                    </a:cubicBezTo>
                    <a:cubicBezTo>
                      <a:pt x="1351" y="9743"/>
                      <a:pt x="1259" y="9721"/>
                      <a:pt x="1175" y="9676"/>
                    </a:cubicBezTo>
                    <a:lnTo>
                      <a:pt x="7" y="9047"/>
                    </a:lnTo>
                    <a:cubicBezTo>
                      <a:pt x="7" y="9092"/>
                      <a:pt x="7" y="9140"/>
                      <a:pt x="7" y="9188"/>
                    </a:cubicBezTo>
                    <a:cubicBezTo>
                      <a:pt x="1" y="11269"/>
                      <a:pt x="675" y="13292"/>
                      <a:pt x="1925" y="14955"/>
                    </a:cubicBezTo>
                    <a:lnTo>
                      <a:pt x="2500" y="13756"/>
                    </a:lnTo>
                    <a:cubicBezTo>
                      <a:pt x="2594" y="13560"/>
                      <a:pt x="2792" y="13437"/>
                      <a:pt x="3009" y="13437"/>
                    </a:cubicBezTo>
                    <a:lnTo>
                      <a:pt x="6120" y="13437"/>
                    </a:lnTo>
                    <a:cubicBezTo>
                      <a:pt x="6364" y="13437"/>
                      <a:pt x="6580" y="13594"/>
                      <a:pt x="6656" y="13828"/>
                    </a:cubicBezTo>
                    <a:lnTo>
                      <a:pt x="7616" y="16786"/>
                    </a:lnTo>
                    <a:cubicBezTo>
                      <a:pt x="7683" y="16990"/>
                      <a:pt x="7625" y="17216"/>
                      <a:pt x="7469" y="17367"/>
                    </a:cubicBezTo>
                    <a:lnTo>
                      <a:pt x="6508" y="18288"/>
                    </a:lnTo>
                    <a:cubicBezTo>
                      <a:pt x="7515" y="18628"/>
                      <a:pt x="8566" y="18799"/>
                      <a:pt x="9616" y="18799"/>
                    </a:cubicBezTo>
                    <a:cubicBezTo>
                      <a:pt x="10667" y="18799"/>
                      <a:pt x="11718" y="18628"/>
                      <a:pt x="12726" y="18288"/>
                    </a:cubicBezTo>
                    <a:lnTo>
                      <a:pt x="11763" y="17367"/>
                    </a:lnTo>
                    <a:cubicBezTo>
                      <a:pt x="11606" y="17216"/>
                      <a:pt x="11549" y="16990"/>
                      <a:pt x="11615" y="16786"/>
                    </a:cubicBezTo>
                    <a:lnTo>
                      <a:pt x="12576" y="13828"/>
                    </a:lnTo>
                    <a:cubicBezTo>
                      <a:pt x="12651" y="13594"/>
                      <a:pt x="12868" y="13437"/>
                      <a:pt x="13115" y="13437"/>
                    </a:cubicBezTo>
                    <a:lnTo>
                      <a:pt x="16223" y="13437"/>
                    </a:lnTo>
                    <a:cubicBezTo>
                      <a:pt x="16439" y="13437"/>
                      <a:pt x="16638" y="13560"/>
                      <a:pt x="16731" y="13756"/>
                    </a:cubicBezTo>
                    <a:lnTo>
                      <a:pt x="17307" y="14955"/>
                    </a:lnTo>
                    <a:cubicBezTo>
                      <a:pt x="18559" y="13292"/>
                      <a:pt x="19234" y="11269"/>
                      <a:pt x="19228" y="9188"/>
                    </a:cubicBezTo>
                    <a:cubicBezTo>
                      <a:pt x="19228" y="9140"/>
                      <a:pt x="19228" y="9092"/>
                      <a:pt x="19225" y="9044"/>
                    </a:cubicBezTo>
                    <a:lnTo>
                      <a:pt x="18059" y="9673"/>
                    </a:lnTo>
                    <a:cubicBezTo>
                      <a:pt x="17975" y="9719"/>
                      <a:pt x="17883" y="9742"/>
                      <a:pt x="17791" y="9742"/>
                    </a:cubicBezTo>
                    <a:cubicBezTo>
                      <a:pt x="17674" y="9742"/>
                      <a:pt x="17557" y="9705"/>
                      <a:pt x="17457" y="9634"/>
                    </a:cubicBezTo>
                    <a:lnTo>
                      <a:pt x="14943" y="7806"/>
                    </a:lnTo>
                    <a:cubicBezTo>
                      <a:pt x="14744" y="7661"/>
                      <a:pt x="14663" y="7408"/>
                      <a:pt x="14738" y="7174"/>
                    </a:cubicBezTo>
                    <a:lnTo>
                      <a:pt x="15702" y="4220"/>
                    </a:lnTo>
                    <a:cubicBezTo>
                      <a:pt x="15768" y="4012"/>
                      <a:pt x="15945" y="3864"/>
                      <a:pt x="16162" y="3834"/>
                    </a:cubicBezTo>
                    <a:lnTo>
                      <a:pt x="17478" y="3656"/>
                    </a:lnTo>
                    <a:cubicBezTo>
                      <a:pt x="17162" y="3208"/>
                      <a:pt x="16804" y="2783"/>
                      <a:pt x="16415" y="2395"/>
                    </a:cubicBezTo>
                    <a:cubicBezTo>
                      <a:pt x="15307" y="1284"/>
                      <a:pt x="13946" y="462"/>
                      <a:pt x="12449" y="1"/>
                    </a:cubicBezTo>
                    <a:lnTo>
                      <a:pt x="12449" y="1"/>
                    </a:lnTo>
                    <a:lnTo>
                      <a:pt x="12690" y="1311"/>
                    </a:lnTo>
                    <a:cubicBezTo>
                      <a:pt x="12726" y="1524"/>
                      <a:pt x="12642" y="1741"/>
                      <a:pt x="12464" y="1868"/>
                    </a:cubicBezTo>
                    <a:lnTo>
                      <a:pt x="9950" y="3696"/>
                    </a:lnTo>
                    <a:cubicBezTo>
                      <a:pt x="9851" y="3768"/>
                      <a:pt x="9734" y="3804"/>
                      <a:pt x="9618" y="3804"/>
                    </a:cubicBezTo>
                    <a:cubicBezTo>
                      <a:pt x="9501" y="3804"/>
                      <a:pt x="9385" y="3768"/>
                      <a:pt x="9288" y="3696"/>
                    </a:cubicBezTo>
                    <a:lnTo>
                      <a:pt x="6770" y="1868"/>
                    </a:lnTo>
                    <a:cubicBezTo>
                      <a:pt x="6596" y="1741"/>
                      <a:pt x="6508" y="1524"/>
                      <a:pt x="6547" y="1311"/>
                    </a:cubicBezTo>
                    <a:lnTo>
                      <a:pt x="67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4" name="Google Shape;1304;p51"/>
              <p:cNvSpPr/>
              <p:nvPr/>
            </p:nvSpPr>
            <p:spPr>
              <a:xfrm>
                <a:off x="6041550" y="2749725"/>
                <a:ext cx="79750" cy="95025"/>
              </a:xfrm>
              <a:custGeom>
                <a:rect b="b" l="l" r="r" t="t"/>
                <a:pathLst>
                  <a:path extrusionOk="0" h="3801" w="3190">
                    <a:moveTo>
                      <a:pt x="2184" y="0"/>
                    </a:moveTo>
                    <a:lnTo>
                      <a:pt x="723" y="196"/>
                    </a:lnTo>
                    <a:lnTo>
                      <a:pt x="0" y="2424"/>
                    </a:lnTo>
                    <a:lnTo>
                      <a:pt x="1895" y="3801"/>
                    </a:lnTo>
                    <a:lnTo>
                      <a:pt x="3189" y="3102"/>
                    </a:lnTo>
                    <a:cubicBezTo>
                      <a:pt x="3036" y="2018"/>
                      <a:pt x="2696" y="967"/>
                      <a:pt x="21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5" name="Google Shape;1305;p51"/>
              <p:cNvSpPr/>
              <p:nvPr/>
            </p:nvSpPr>
            <p:spPr>
              <a:xfrm>
                <a:off x="5963025" y="2996125"/>
                <a:ext cx="92625" cy="81175"/>
              </a:xfrm>
              <a:custGeom>
                <a:rect b="b" l="l" r="r" t="t"/>
                <a:pathLst>
                  <a:path extrusionOk="0" h="3247" w="3705">
                    <a:moveTo>
                      <a:pt x="723" y="0"/>
                    </a:moveTo>
                    <a:lnTo>
                      <a:pt x="1" y="2229"/>
                    </a:lnTo>
                    <a:lnTo>
                      <a:pt x="1067" y="3246"/>
                    </a:lnTo>
                    <a:cubicBezTo>
                      <a:pt x="2009" y="2780"/>
                      <a:pt x="2870" y="2162"/>
                      <a:pt x="3614" y="1416"/>
                    </a:cubicBezTo>
                    <a:cubicBezTo>
                      <a:pt x="3644" y="1388"/>
                      <a:pt x="3674" y="1355"/>
                      <a:pt x="3705" y="1325"/>
                    </a:cubicBez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6" name="Google Shape;1306;p51"/>
              <p:cNvSpPr/>
              <p:nvPr/>
            </p:nvSpPr>
            <p:spPr>
              <a:xfrm>
                <a:off x="5711225" y="2996200"/>
                <a:ext cx="92600" cy="81100"/>
              </a:xfrm>
              <a:custGeom>
                <a:rect b="b" l="l" r="r" t="t"/>
                <a:pathLst>
                  <a:path extrusionOk="0" h="3244" w="3704">
                    <a:moveTo>
                      <a:pt x="635" y="0"/>
                    </a:moveTo>
                    <a:lnTo>
                      <a:pt x="0" y="1322"/>
                    </a:lnTo>
                    <a:cubicBezTo>
                      <a:pt x="30" y="1355"/>
                      <a:pt x="60" y="1385"/>
                      <a:pt x="93" y="1416"/>
                    </a:cubicBezTo>
                    <a:cubicBezTo>
                      <a:pt x="834" y="2162"/>
                      <a:pt x="1695" y="2780"/>
                      <a:pt x="2638" y="3243"/>
                    </a:cubicBezTo>
                    <a:lnTo>
                      <a:pt x="3704" y="2229"/>
                    </a:lnTo>
                    <a:lnTo>
                      <a:pt x="2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7" name="Google Shape;1307;p51"/>
              <p:cNvSpPr/>
              <p:nvPr/>
            </p:nvSpPr>
            <p:spPr>
              <a:xfrm>
                <a:off x="5645575" y="2749725"/>
                <a:ext cx="79825" cy="95100"/>
              </a:xfrm>
              <a:custGeom>
                <a:rect b="b" l="l" r="r" t="t"/>
                <a:pathLst>
                  <a:path extrusionOk="0" h="3804" w="3193">
                    <a:moveTo>
                      <a:pt x="1009" y="0"/>
                    </a:moveTo>
                    <a:cubicBezTo>
                      <a:pt x="497" y="967"/>
                      <a:pt x="154" y="2018"/>
                      <a:pt x="0" y="3105"/>
                    </a:cubicBezTo>
                    <a:lnTo>
                      <a:pt x="1295" y="3804"/>
                    </a:lnTo>
                    <a:lnTo>
                      <a:pt x="3192" y="2424"/>
                    </a:lnTo>
                    <a:lnTo>
                      <a:pt x="2467" y="196"/>
                    </a:lnTo>
                    <a:lnTo>
                      <a:pt x="10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8" name="Google Shape;1308;p51"/>
              <p:cNvSpPr/>
              <p:nvPr/>
            </p:nvSpPr>
            <p:spPr>
              <a:xfrm>
                <a:off x="5836025" y="2621375"/>
                <a:ext cx="94800" cy="74100"/>
              </a:xfrm>
              <a:custGeom>
                <a:rect b="b" l="l" r="r" t="t"/>
                <a:pathLst>
                  <a:path extrusionOk="0" h="2964" w="3792">
                    <a:moveTo>
                      <a:pt x="1897" y="1"/>
                    </a:moveTo>
                    <a:cubicBezTo>
                      <a:pt x="1351" y="1"/>
                      <a:pt x="805" y="47"/>
                      <a:pt x="266" y="139"/>
                    </a:cubicBezTo>
                    <a:lnTo>
                      <a:pt x="1" y="1587"/>
                    </a:lnTo>
                    <a:lnTo>
                      <a:pt x="1898" y="2963"/>
                    </a:lnTo>
                    <a:lnTo>
                      <a:pt x="3792" y="1587"/>
                    </a:lnTo>
                    <a:lnTo>
                      <a:pt x="3530" y="139"/>
                    </a:lnTo>
                    <a:cubicBezTo>
                      <a:pt x="2989" y="47"/>
                      <a:pt x="2443" y="1"/>
                      <a:pt x="18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09" name="Google Shape;1309;p51"/>
          <p:cNvGrpSpPr/>
          <p:nvPr/>
        </p:nvGrpSpPr>
        <p:grpSpPr>
          <a:xfrm flipH="1">
            <a:off x="8304753" y="917479"/>
            <a:ext cx="2170507" cy="2170507"/>
            <a:chOff x="4008240" y="1896120"/>
            <a:chExt cx="1703160" cy="1703160"/>
          </a:xfrm>
        </p:grpSpPr>
        <p:sp>
          <p:nvSpPr>
            <p:cNvPr id="1310" name="Google Shape;1310;p51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51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51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51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51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51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51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51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51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51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51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51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4" name="Google Shape;1324;p52"/>
          <p:cNvGrpSpPr/>
          <p:nvPr/>
        </p:nvGrpSpPr>
        <p:grpSpPr>
          <a:xfrm>
            <a:off x="8158848" y="3594979"/>
            <a:ext cx="2170507" cy="2170507"/>
            <a:chOff x="4008240" y="1896120"/>
            <a:chExt cx="1703160" cy="1703160"/>
          </a:xfrm>
        </p:grpSpPr>
        <p:sp>
          <p:nvSpPr>
            <p:cNvPr id="1325" name="Google Shape;1325;p52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2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52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2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52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52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52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52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52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52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52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52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7" name="Google Shape;1337;p52"/>
          <p:cNvSpPr/>
          <p:nvPr/>
        </p:nvSpPr>
        <p:spPr>
          <a:xfrm>
            <a:off x="8345588" y="2385802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52"/>
          <p:cNvSpPr/>
          <p:nvPr/>
        </p:nvSpPr>
        <p:spPr>
          <a:xfrm>
            <a:off x="-656128" y="-264222"/>
            <a:ext cx="1815075" cy="181507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D7E4EA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52"/>
          <p:cNvSpPr/>
          <p:nvPr/>
        </p:nvSpPr>
        <p:spPr>
          <a:xfrm>
            <a:off x="664760" y="-94404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0" name="Google Shape;1340;p52"/>
          <p:cNvGrpSpPr/>
          <p:nvPr/>
        </p:nvGrpSpPr>
        <p:grpSpPr>
          <a:xfrm>
            <a:off x="499746" y="4007663"/>
            <a:ext cx="751800" cy="751800"/>
            <a:chOff x="975271" y="4090163"/>
            <a:chExt cx="751800" cy="751800"/>
          </a:xfrm>
        </p:grpSpPr>
        <p:sp>
          <p:nvSpPr>
            <p:cNvPr id="1341" name="Google Shape;1341;p52"/>
            <p:cNvSpPr/>
            <p:nvPr/>
          </p:nvSpPr>
          <p:spPr>
            <a:xfrm>
              <a:off x="975271" y="4090163"/>
              <a:ext cx="751800" cy="7518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342" name="Google Shape;1342;p52"/>
            <p:cNvGrpSpPr/>
            <p:nvPr/>
          </p:nvGrpSpPr>
          <p:grpSpPr>
            <a:xfrm>
              <a:off x="1174016" y="4288122"/>
              <a:ext cx="354311" cy="355909"/>
              <a:chOff x="-49764975" y="3551225"/>
              <a:chExt cx="299300" cy="300650"/>
            </a:xfrm>
          </p:grpSpPr>
          <p:sp>
            <p:nvSpPr>
              <p:cNvPr id="1343" name="Google Shape;1343;p52"/>
              <p:cNvSpPr/>
              <p:nvPr/>
            </p:nvSpPr>
            <p:spPr>
              <a:xfrm>
                <a:off x="-49764975" y="3657325"/>
                <a:ext cx="35450" cy="18125"/>
              </a:xfrm>
              <a:custGeom>
                <a:rect b="b" l="l" r="r" t="t"/>
                <a:pathLst>
                  <a:path extrusionOk="0" h="725" w="1418">
                    <a:moveTo>
                      <a:pt x="347" y="0"/>
                    </a:moveTo>
                    <a:cubicBezTo>
                      <a:pt x="158" y="0"/>
                      <a:pt x="0" y="158"/>
                      <a:pt x="0" y="378"/>
                    </a:cubicBezTo>
                    <a:cubicBezTo>
                      <a:pt x="0" y="567"/>
                      <a:pt x="158" y="725"/>
                      <a:pt x="347" y="725"/>
                    </a:cubicBezTo>
                    <a:lnTo>
                      <a:pt x="1040" y="725"/>
                    </a:lnTo>
                    <a:cubicBezTo>
                      <a:pt x="1260" y="725"/>
                      <a:pt x="1418" y="567"/>
                      <a:pt x="1418" y="378"/>
                    </a:cubicBezTo>
                    <a:cubicBezTo>
                      <a:pt x="1386" y="158"/>
                      <a:pt x="1197" y="0"/>
                      <a:pt x="10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52"/>
              <p:cNvSpPr/>
              <p:nvPr/>
            </p:nvSpPr>
            <p:spPr>
              <a:xfrm>
                <a:off x="-49763400" y="3598250"/>
                <a:ext cx="31525" cy="29950"/>
              </a:xfrm>
              <a:custGeom>
                <a:rect b="b" l="l" r="r" t="t"/>
                <a:pathLst>
                  <a:path extrusionOk="0" h="1198" w="1261">
                    <a:moveTo>
                      <a:pt x="390" y="0"/>
                    </a:moveTo>
                    <a:cubicBezTo>
                      <a:pt x="299" y="0"/>
                      <a:pt x="205" y="32"/>
                      <a:pt x="126" y="95"/>
                    </a:cubicBezTo>
                    <a:cubicBezTo>
                      <a:pt x="0" y="221"/>
                      <a:pt x="0" y="441"/>
                      <a:pt x="126" y="599"/>
                    </a:cubicBezTo>
                    <a:lnTo>
                      <a:pt x="630" y="1103"/>
                    </a:lnTo>
                    <a:cubicBezTo>
                      <a:pt x="693" y="1166"/>
                      <a:pt x="780" y="1197"/>
                      <a:pt x="870" y="1197"/>
                    </a:cubicBezTo>
                    <a:cubicBezTo>
                      <a:pt x="961" y="1197"/>
                      <a:pt x="1056" y="1166"/>
                      <a:pt x="1134" y="1103"/>
                    </a:cubicBezTo>
                    <a:cubicBezTo>
                      <a:pt x="1260" y="1008"/>
                      <a:pt x="1260" y="756"/>
                      <a:pt x="1134" y="599"/>
                    </a:cubicBezTo>
                    <a:lnTo>
                      <a:pt x="630" y="95"/>
                    </a:lnTo>
                    <a:cubicBezTo>
                      <a:pt x="567" y="32"/>
                      <a:pt x="481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52"/>
              <p:cNvSpPr/>
              <p:nvPr/>
            </p:nvSpPr>
            <p:spPr>
              <a:xfrm>
                <a:off x="-49763400" y="3703975"/>
                <a:ext cx="31525" cy="30550"/>
              </a:xfrm>
              <a:custGeom>
                <a:rect b="b" l="l" r="r" t="t"/>
                <a:pathLst>
                  <a:path extrusionOk="0" h="1222" w="1261">
                    <a:moveTo>
                      <a:pt x="882" y="1"/>
                    </a:moveTo>
                    <a:cubicBezTo>
                      <a:pt x="796" y="1"/>
                      <a:pt x="709" y="40"/>
                      <a:pt x="630" y="119"/>
                    </a:cubicBezTo>
                    <a:lnTo>
                      <a:pt x="126" y="623"/>
                    </a:lnTo>
                    <a:cubicBezTo>
                      <a:pt x="0" y="749"/>
                      <a:pt x="0" y="970"/>
                      <a:pt x="126" y="1127"/>
                    </a:cubicBezTo>
                    <a:cubicBezTo>
                      <a:pt x="189" y="1190"/>
                      <a:pt x="276" y="1222"/>
                      <a:pt x="366" y="1222"/>
                    </a:cubicBezTo>
                    <a:cubicBezTo>
                      <a:pt x="457" y="1222"/>
                      <a:pt x="551" y="1190"/>
                      <a:pt x="630" y="1127"/>
                    </a:cubicBezTo>
                    <a:lnTo>
                      <a:pt x="1134" y="623"/>
                    </a:lnTo>
                    <a:cubicBezTo>
                      <a:pt x="1260" y="497"/>
                      <a:pt x="1260" y="276"/>
                      <a:pt x="1134" y="119"/>
                    </a:cubicBezTo>
                    <a:cubicBezTo>
                      <a:pt x="1056" y="40"/>
                      <a:pt x="969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52"/>
              <p:cNvSpPr/>
              <p:nvPr/>
            </p:nvSpPr>
            <p:spPr>
              <a:xfrm>
                <a:off x="-49501125" y="3657325"/>
                <a:ext cx="35450" cy="18125"/>
              </a:xfrm>
              <a:custGeom>
                <a:rect b="b" l="l" r="r" t="t"/>
                <a:pathLst>
                  <a:path extrusionOk="0" h="725" w="1418">
                    <a:moveTo>
                      <a:pt x="347" y="0"/>
                    </a:moveTo>
                    <a:cubicBezTo>
                      <a:pt x="158" y="0"/>
                      <a:pt x="0" y="158"/>
                      <a:pt x="0" y="378"/>
                    </a:cubicBezTo>
                    <a:cubicBezTo>
                      <a:pt x="0" y="567"/>
                      <a:pt x="158" y="725"/>
                      <a:pt x="347" y="725"/>
                    </a:cubicBezTo>
                    <a:lnTo>
                      <a:pt x="1071" y="725"/>
                    </a:lnTo>
                    <a:cubicBezTo>
                      <a:pt x="1260" y="725"/>
                      <a:pt x="1418" y="567"/>
                      <a:pt x="1418" y="378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52"/>
              <p:cNvSpPr/>
              <p:nvPr/>
            </p:nvSpPr>
            <p:spPr>
              <a:xfrm>
                <a:off x="-49499550" y="3598250"/>
                <a:ext cx="31525" cy="30550"/>
              </a:xfrm>
              <a:custGeom>
                <a:rect b="b" l="l" r="r" t="t"/>
                <a:pathLst>
                  <a:path extrusionOk="0" h="1222" w="1261">
                    <a:moveTo>
                      <a:pt x="906" y="0"/>
                    </a:moveTo>
                    <a:cubicBezTo>
                      <a:pt x="812" y="0"/>
                      <a:pt x="709" y="32"/>
                      <a:pt x="630" y="95"/>
                    </a:cubicBezTo>
                    <a:lnTo>
                      <a:pt x="126" y="599"/>
                    </a:lnTo>
                    <a:cubicBezTo>
                      <a:pt x="0" y="725"/>
                      <a:pt x="0" y="945"/>
                      <a:pt x="126" y="1103"/>
                    </a:cubicBezTo>
                    <a:cubicBezTo>
                      <a:pt x="205" y="1182"/>
                      <a:pt x="292" y="1221"/>
                      <a:pt x="378" y="1221"/>
                    </a:cubicBezTo>
                    <a:cubicBezTo>
                      <a:pt x="465" y="1221"/>
                      <a:pt x="552" y="1182"/>
                      <a:pt x="630" y="1103"/>
                    </a:cubicBezTo>
                    <a:lnTo>
                      <a:pt x="1134" y="599"/>
                    </a:lnTo>
                    <a:cubicBezTo>
                      <a:pt x="1260" y="473"/>
                      <a:pt x="1260" y="252"/>
                      <a:pt x="1134" y="95"/>
                    </a:cubicBezTo>
                    <a:cubicBezTo>
                      <a:pt x="1087" y="32"/>
                      <a:pt x="1001" y="0"/>
                      <a:pt x="9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52"/>
              <p:cNvSpPr/>
              <p:nvPr/>
            </p:nvSpPr>
            <p:spPr>
              <a:xfrm>
                <a:off x="-49499550" y="3704575"/>
                <a:ext cx="31525" cy="29950"/>
              </a:xfrm>
              <a:custGeom>
                <a:rect b="b" l="l" r="r" t="t"/>
                <a:pathLst>
                  <a:path extrusionOk="0" h="1198" w="1261">
                    <a:moveTo>
                      <a:pt x="390" y="0"/>
                    </a:moveTo>
                    <a:cubicBezTo>
                      <a:pt x="300" y="0"/>
                      <a:pt x="205" y="32"/>
                      <a:pt x="126" y="95"/>
                    </a:cubicBezTo>
                    <a:cubicBezTo>
                      <a:pt x="0" y="221"/>
                      <a:pt x="0" y="441"/>
                      <a:pt x="126" y="599"/>
                    </a:cubicBezTo>
                    <a:lnTo>
                      <a:pt x="630" y="1103"/>
                    </a:lnTo>
                    <a:cubicBezTo>
                      <a:pt x="693" y="1166"/>
                      <a:pt x="780" y="1198"/>
                      <a:pt x="871" y="1198"/>
                    </a:cubicBezTo>
                    <a:cubicBezTo>
                      <a:pt x="961" y="1198"/>
                      <a:pt x="1056" y="1166"/>
                      <a:pt x="1134" y="1103"/>
                    </a:cubicBezTo>
                    <a:cubicBezTo>
                      <a:pt x="1260" y="1009"/>
                      <a:pt x="1260" y="757"/>
                      <a:pt x="1134" y="599"/>
                    </a:cubicBezTo>
                    <a:lnTo>
                      <a:pt x="630" y="95"/>
                    </a:lnTo>
                    <a:cubicBezTo>
                      <a:pt x="567" y="32"/>
                      <a:pt x="481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52"/>
              <p:cNvSpPr/>
              <p:nvPr/>
            </p:nvSpPr>
            <p:spPr>
              <a:xfrm>
                <a:off x="-49725600" y="3551225"/>
                <a:ext cx="215050" cy="210875"/>
              </a:xfrm>
              <a:custGeom>
                <a:rect b="b" l="l" r="r" t="t"/>
                <a:pathLst>
                  <a:path extrusionOk="0" h="8435" w="8602">
                    <a:moveTo>
                      <a:pt x="4354" y="0"/>
                    </a:moveTo>
                    <a:cubicBezTo>
                      <a:pt x="4070" y="0"/>
                      <a:pt x="3783" y="28"/>
                      <a:pt x="3497" y="86"/>
                    </a:cubicBezTo>
                    <a:cubicBezTo>
                      <a:pt x="1922" y="401"/>
                      <a:pt x="630" y="1724"/>
                      <a:pt x="252" y="3299"/>
                    </a:cubicBezTo>
                    <a:cubicBezTo>
                      <a:pt x="0" y="4654"/>
                      <a:pt x="347" y="6040"/>
                      <a:pt x="1261" y="7017"/>
                    </a:cubicBezTo>
                    <a:cubicBezTo>
                      <a:pt x="1607" y="7395"/>
                      <a:pt x="1828" y="7930"/>
                      <a:pt x="1922" y="8434"/>
                    </a:cubicBezTo>
                    <a:lnTo>
                      <a:pt x="3025" y="8434"/>
                    </a:lnTo>
                    <a:lnTo>
                      <a:pt x="3025" y="5284"/>
                    </a:lnTo>
                    <a:cubicBezTo>
                      <a:pt x="3025" y="5158"/>
                      <a:pt x="4064" y="3141"/>
                      <a:pt x="4127" y="3047"/>
                    </a:cubicBezTo>
                    <a:cubicBezTo>
                      <a:pt x="4190" y="2921"/>
                      <a:pt x="4317" y="2858"/>
                      <a:pt x="4443" y="2858"/>
                    </a:cubicBezTo>
                    <a:cubicBezTo>
                      <a:pt x="4569" y="2858"/>
                      <a:pt x="4695" y="2921"/>
                      <a:pt x="4758" y="3047"/>
                    </a:cubicBezTo>
                    <a:cubicBezTo>
                      <a:pt x="4852" y="3141"/>
                      <a:pt x="5860" y="5158"/>
                      <a:pt x="5860" y="5284"/>
                    </a:cubicBezTo>
                    <a:lnTo>
                      <a:pt x="5860" y="8434"/>
                    </a:lnTo>
                    <a:lnTo>
                      <a:pt x="6963" y="8434"/>
                    </a:lnTo>
                    <a:cubicBezTo>
                      <a:pt x="7057" y="7930"/>
                      <a:pt x="7278" y="7395"/>
                      <a:pt x="7625" y="6985"/>
                    </a:cubicBezTo>
                    <a:cubicBezTo>
                      <a:pt x="8255" y="6260"/>
                      <a:pt x="8601" y="5284"/>
                      <a:pt x="8601" y="4244"/>
                    </a:cubicBezTo>
                    <a:cubicBezTo>
                      <a:pt x="8601" y="2984"/>
                      <a:pt x="8066" y="1787"/>
                      <a:pt x="7026" y="936"/>
                    </a:cubicBezTo>
                    <a:cubicBezTo>
                      <a:pt x="6270" y="327"/>
                      <a:pt x="5327" y="0"/>
                      <a:pt x="4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52"/>
              <p:cNvSpPr/>
              <p:nvPr/>
            </p:nvSpPr>
            <p:spPr>
              <a:xfrm>
                <a:off x="-49633450" y="3697475"/>
                <a:ext cx="35475" cy="65400"/>
              </a:xfrm>
              <a:custGeom>
                <a:rect b="b" l="l" r="r" t="t"/>
                <a:pathLst>
                  <a:path extrusionOk="0" h="2616" w="1419">
                    <a:moveTo>
                      <a:pt x="0" y="1"/>
                    </a:moveTo>
                    <a:lnTo>
                      <a:pt x="0" y="2616"/>
                    </a:lnTo>
                    <a:lnTo>
                      <a:pt x="1418" y="2616"/>
                    </a:lnTo>
                    <a:lnTo>
                      <a:pt x="1418" y="1"/>
                    </a:lnTo>
                    <a:cubicBezTo>
                      <a:pt x="1198" y="95"/>
                      <a:pt x="946" y="127"/>
                      <a:pt x="725" y="127"/>
                    </a:cubicBezTo>
                    <a:cubicBezTo>
                      <a:pt x="473" y="127"/>
                      <a:pt x="252" y="9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52"/>
              <p:cNvSpPr/>
              <p:nvPr/>
            </p:nvSpPr>
            <p:spPr>
              <a:xfrm>
                <a:off x="-49676775" y="3780975"/>
                <a:ext cx="123675" cy="34675"/>
              </a:xfrm>
              <a:custGeom>
                <a:rect b="b" l="l" r="r" t="t"/>
                <a:pathLst>
                  <a:path extrusionOk="0" h="1387" w="4947">
                    <a:moveTo>
                      <a:pt x="1" y="0"/>
                    </a:moveTo>
                    <a:lnTo>
                      <a:pt x="1" y="347"/>
                    </a:lnTo>
                    <a:cubicBezTo>
                      <a:pt x="1" y="946"/>
                      <a:pt x="473" y="1387"/>
                      <a:pt x="1072" y="1387"/>
                    </a:cubicBezTo>
                    <a:lnTo>
                      <a:pt x="3876" y="1387"/>
                    </a:lnTo>
                    <a:cubicBezTo>
                      <a:pt x="4474" y="1387"/>
                      <a:pt x="4947" y="946"/>
                      <a:pt x="4947" y="347"/>
                    </a:cubicBezTo>
                    <a:lnTo>
                      <a:pt x="49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52"/>
              <p:cNvSpPr/>
              <p:nvPr/>
            </p:nvSpPr>
            <p:spPr>
              <a:xfrm>
                <a:off x="-49630300" y="3651800"/>
                <a:ext cx="29150" cy="31325"/>
              </a:xfrm>
              <a:custGeom>
                <a:rect b="b" l="l" r="r" t="t"/>
                <a:pathLst>
                  <a:path extrusionOk="0" h="1253" w="1166">
                    <a:moveTo>
                      <a:pt x="599" y="1"/>
                    </a:moveTo>
                    <a:lnTo>
                      <a:pt x="0" y="1135"/>
                    </a:lnTo>
                    <a:cubicBezTo>
                      <a:pt x="189" y="1214"/>
                      <a:pt x="386" y="1253"/>
                      <a:pt x="583" y="1253"/>
                    </a:cubicBezTo>
                    <a:cubicBezTo>
                      <a:pt x="780" y="1253"/>
                      <a:pt x="977" y="1214"/>
                      <a:pt x="1166" y="1135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52"/>
              <p:cNvSpPr/>
              <p:nvPr/>
            </p:nvSpPr>
            <p:spPr>
              <a:xfrm>
                <a:off x="-49657875" y="3833750"/>
                <a:ext cx="85100" cy="18125"/>
              </a:xfrm>
              <a:custGeom>
                <a:rect b="b" l="l" r="r" t="t"/>
                <a:pathLst>
                  <a:path extrusionOk="0" h="725" w="3404">
                    <a:moveTo>
                      <a:pt x="1" y="0"/>
                    </a:moveTo>
                    <a:cubicBezTo>
                      <a:pt x="158" y="410"/>
                      <a:pt x="536" y="725"/>
                      <a:pt x="977" y="725"/>
                    </a:cubicBezTo>
                    <a:lnTo>
                      <a:pt x="2395" y="725"/>
                    </a:lnTo>
                    <a:cubicBezTo>
                      <a:pt x="2868" y="725"/>
                      <a:pt x="3246" y="410"/>
                      <a:pt x="3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52"/>
          <p:cNvGrpSpPr/>
          <p:nvPr/>
        </p:nvGrpSpPr>
        <p:grpSpPr>
          <a:xfrm>
            <a:off x="8124150" y="411763"/>
            <a:ext cx="751800" cy="751800"/>
            <a:chOff x="1006650" y="4011763"/>
            <a:chExt cx="751800" cy="751800"/>
          </a:xfrm>
        </p:grpSpPr>
        <p:sp>
          <p:nvSpPr>
            <p:cNvPr id="1355" name="Google Shape;1355;p52"/>
            <p:cNvSpPr/>
            <p:nvPr/>
          </p:nvSpPr>
          <p:spPr>
            <a:xfrm>
              <a:off x="1006650" y="4011763"/>
              <a:ext cx="751800" cy="751800"/>
            </a:xfrm>
            <a:prstGeom prst="ellipse">
              <a:avLst/>
            </a:prstGeom>
            <a:solidFill>
              <a:srgbClr val="D7E4EA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356" name="Google Shape;1356;p52"/>
            <p:cNvGrpSpPr/>
            <p:nvPr/>
          </p:nvGrpSpPr>
          <p:grpSpPr>
            <a:xfrm>
              <a:off x="1186576" y="4205268"/>
              <a:ext cx="391956" cy="364812"/>
              <a:chOff x="-21322300" y="4077125"/>
              <a:chExt cx="307200" cy="285925"/>
            </a:xfrm>
          </p:grpSpPr>
          <p:sp>
            <p:nvSpPr>
              <p:cNvPr id="1357" name="Google Shape;1357;p52"/>
              <p:cNvSpPr/>
              <p:nvPr/>
            </p:nvSpPr>
            <p:spPr>
              <a:xfrm>
                <a:off x="-21177375" y="4077125"/>
                <a:ext cx="17350" cy="52800"/>
              </a:xfrm>
              <a:custGeom>
                <a:rect b="b" l="l" r="r" t="t"/>
                <a:pathLst>
                  <a:path extrusionOk="0" h="2112" w="69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64"/>
                    </a:lnTo>
                    <a:cubicBezTo>
                      <a:pt x="0" y="1953"/>
                      <a:pt x="158" y="2111"/>
                      <a:pt x="347" y="2111"/>
                    </a:cubicBezTo>
                    <a:cubicBezTo>
                      <a:pt x="536" y="2111"/>
                      <a:pt x="693" y="1953"/>
                      <a:pt x="693" y="1764"/>
                    </a:cubicBezTo>
                    <a:lnTo>
                      <a:pt x="693" y="347"/>
                    </a:ln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52"/>
              <p:cNvSpPr/>
              <p:nvPr/>
            </p:nvSpPr>
            <p:spPr>
              <a:xfrm>
                <a:off x="-21279775" y="4117475"/>
                <a:ext cx="46500" cy="44525"/>
              </a:xfrm>
              <a:custGeom>
                <a:rect b="b" l="l" r="r" t="t"/>
                <a:pathLst>
                  <a:path extrusionOk="0" h="1781" w="1860">
                    <a:moveTo>
                      <a:pt x="410" y="1"/>
                    </a:moveTo>
                    <a:cubicBezTo>
                      <a:pt x="323" y="1"/>
                      <a:pt x="237" y="40"/>
                      <a:pt x="158" y="119"/>
                    </a:cubicBezTo>
                    <a:cubicBezTo>
                      <a:pt x="0" y="276"/>
                      <a:pt x="0" y="466"/>
                      <a:pt x="158" y="623"/>
                    </a:cubicBezTo>
                    <a:lnTo>
                      <a:pt x="1166" y="1663"/>
                    </a:lnTo>
                    <a:cubicBezTo>
                      <a:pt x="1261" y="1741"/>
                      <a:pt x="1355" y="1781"/>
                      <a:pt x="1446" y="1781"/>
                    </a:cubicBezTo>
                    <a:cubicBezTo>
                      <a:pt x="1536" y="1781"/>
                      <a:pt x="1623" y="1741"/>
                      <a:pt x="1702" y="1663"/>
                    </a:cubicBezTo>
                    <a:cubicBezTo>
                      <a:pt x="1859" y="1505"/>
                      <a:pt x="1859" y="1285"/>
                      <a:pt x="1702" y="1127"/>
                    </a:cubicBezTo>
                    <a:lnTo>
                      <a:pt x="662" y="119"/>
                    </a:lnTo>
                    <a:cubicBezTo>
                      <a:pt x="583" y="40"/>
                      <a:pt x="497" y="1"/>
                      <a:pt x="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52"/>
              <p:cNvSpPr/>
              <p:nvPr/>
            </p:nvSpPr>
            <p:spPr>
              <a:xfrm>
                <a:off x="-21103350" y="4117475"/>
                <a:ext cx="45700" cy="44525"/>
              </a:xfrm>
              <a:custGeom>
                <a:rect b="b" l="l" r="r" t="t"/>
                <a:pathLst>
                  <a:path extrusionOk="0" h="1781" w="1828">
                    <a:moveTo>
                      <a:pt x="1418" y="1"/>
                    </a:moveTo>
                    <a:cubicBezTo>
                      <a:pt x="1332" y="1"/>
                      <a:pt x="1245" y="40"/>
                      <a:pt x="1166" y="119"/>
                    </a:cubicBezTo>
                    <a:lnTo>
                      <a:pt x="158" y="1127"/>
                    </a:lnTo>
                    <a:cubicBezTo>
                      <a:pt x="1" y="1285"/>
                      <a:pt x="1" y="1474"/>
                      <a:pt x="158" y="1663"/>
                    </a:cubicBezTo>
                    <a:cubicBezTo>
                      <a:pt x="237" y="1741"/>
                      <a:pt x="331" y="1781"/>
                      <a:pt x="422" y="1781"/>
                    </a:cubicBezTo>
                    <a:cubicBezTo>
                      <a:pt x="513" y="1781"/>
                      <a:pt x="599" y="1741"/>
                      <a:pt x="662" y="1663"/>
                    </a:cubicBezTo>
                    <a:lnTo>
                      <a:pt x="1670" y="623"/>
                    </a:lnTo>
                    <a:cubicBezTo>
                      <a:pt x="1828" y="466"/>
                      <a:pt x="1828" y="276"/>
                      <a:pt x="1670" y="119"/>
                    </a:cubicBezTo>
                    <a:cubicBezTo>
                      <a:pt x="1592" y="40"/>
                      <a:pt x="1505" y="1"/>
                      <a:pt x="14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52"/>
              <p:cNvSpPr/>
              <p:nvPr/>
            </p:nvSpPr>
            <p:spPr>
              <a:xfrm>
                <a:off x="-21137225" y="4103750"/>
                <a:ext cx="27600" cy="34975"/>
              </a:xfrm>
              <a:custGeom>
                <a:rect b="b" l="l" r="r" t="t"/>
                <a:pathLst>
                  <a:path extrusionOk="0" h="1399" w="1104">
                    <a:moveTo>
                      <a:pt x="670" y="1"/>
                    </a:moveTo>
                    <a:cubicBezTo>
                      <a:pt x="536" y="1"/>
                      <a:pt x="417" y="89"/>
                      <a:pt x="347" y="227"/>
                    </a:cubicBezTo>
                    <a:lnTo>
                      <a:pt x="95" y="888"/>
                    </a:lnTo>
                    <a:cubicBezTo>
                      <a:pt x="1" y="1109"/>
                      <a:pt x="127" y="1298"/>
                      <a:pt x="284" y="1361"/>
                    </a:cubicBezTo>
                    <a:cubicBezTo>
                      <a:pt x="335" y="1386"/>
                      <a:pt x="386" y="1398"/>
                      <a:pt x="435" y="1398"/>
                    </a:cubicBezTo>
                    <a:cubicBezTo>
                      <a:pt x="568" y="1398"/>
                      <a:pt x="688" y="1310"/>
                      <a:pt x="757" y="1172"/>
                    </a:cubicBezTo>
                    <a:lnTo>
                      <a:pt x="1041" y="510"/>
                    </a:lnTo>
                    <a:cubicBezTo>
                      <a:pt x="1104" y="321"/>
                      <a:pt x="1041" y="101"/>
                      <a:pt x="820" y="38"/>
                    </a:cubicBezTo>
                    <a:cubicBezTo>
                      <a:pt x="769" y="13"/>
                      <a:pt x="719" y="1"/>
                      <a:pt x="6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52"/>
              <p:cNvSpPr/>
              <p:nvPr/>
            </p:nvSpPr>
            <p:spPr>
              <a:xfrm>
                <a:off x="-21227800" y="4103750"/>
                <a:ext cx="27600" cy="34975"/>
              </a:xfrm>
              <a:custGeom>
                <a:rect b="b" l="l" r="r" t="t"/>
                <a:pathLst>
                  <a:path extrusionOk="0" h="1399" w="1104">
                    <a:moveTo>
                      <a:pt x="434" y="1"/>
                    </a:moveTo>
                    <a:cubicBezTo>
                      <a:pt x="386" y="1"/>
                      <a:pt x="335" y="13"/>
                      <a:pt x="284" y="38"/>
                    </a:cubicBezTo>
                    <a:cubicBezTo>
                      <a:pt x="95" y="101"/>
                      <a:pt x="1" y="321"/>
                      <a:pt x="95" y="510"/>
                    </a:cubicBezTo>
                    <a:lnTo>
                      <a:pt x="347" y="1172"/>
                    </a:lnTo>
                    <a:cubicBezTo>
                      <a:pt x="417" y="1310"/>
                      <a:pt x="536" y="1398"/>
                      <a:pt x="670" y="1398"/>
                    </a:cubicBezTo>
                    <a:cubicBezTo>
                      <a:pt x="719" y="1398"/>
                      <a:pt x="769" y="1386"/>
                      <a:pt x="820" y="1361"/>
                    </a:cubicBezTo>
                    <a:cubicBezTo>
                      <a:pt x="1040" y="1298"/>
                      <a:pt x="1103" y="1109"/>
                      <a:pt x="1040" y="888"/>
                    </a:cubicBezTo>
                    <a:lnTo>
                      <a:pt x="757" y="227"/>
                    </a:lnTo>
                    <a:cubicBezTo>
                      <a:pt x="688" y="89"/>
                      <a:pt x="568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52"/>
              <p:cNvSpPr/>
              <p:nvPr/>
            </p:nvSpPr>
            <p:spPr>
              <a:xfrm>
                <a:off x="-21319950" y="4219675"/>
                <a:ext cx="53600" cy="18150"/>
              </a:xfrm>
              <a:custGeom>
                <a:rect b="b" l="l" r="r" t="t"/>
                <a:pathLst>
                  <a:path extrusionOk="0" h="726" w="2144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97" y="725"/>
                    </a:lnTo>
                    <a:cubicBezTo>
                      <a:pt x="1986" y="725"/>
                      <a:pt x="2143" y="568"/>
                      <a:pt x="2143" y="347"/>
                    </a:cubicBezTo>
                    <a:cubicBezTo>
                      <a:pt x="2143" y="158"/>
                      <a:pt x="1986" y="1"/>
                      <a:pt x="1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52"/>
              <p:cNvSpPr/>
              <p:nvPr/>
            </p:nvSpPr>
            <p:spPr>
              <a:xfrm>
                <a:off x="-21070275" y="4219675"/>
                <a:ext cx="54375" cy="18150"/>
              </a:xfrm>
              <a:custGeom>
                <a:rect b="b" l="l" r="r" t="t"/>
                <a:pathLst>
                  <a:path extrusionOk="0" h="726" w="2175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828" y="725"/>
                    </a:lnTo>
                    <a:cubicBezTo>
                      <a:pt x="2017" y="725"/>
                      <a:pt x="2175" y="568"/>
                      <a:pt x="2175" y="347"/>
                    </a:cubicBezTo>
                    <a:cubicBezTo>
                      <a:pt x="2175" y="158"/>
                      <a:pt x="2017" y="1"/>
                      <a:pt x="18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52"/>
              <p:cNvSpPr/>
              <p:nvPr/>
            </p:nvSpPr>
            <p:spPr>
              <a:xfrm>
                <a:off x="-21078925" y="4171825"/>
                <a:ext cx="37025" cy="25175"/>
              </a:xfrm>
              <a:custGeom>
                <a:rect b="b" l="l" r="r" t="t"/>
                <a:pathLst>
                  <a:path extrusionOk="0" h="1007" w="1481">
                    <a:moveTo>
                      <a:pt x="1086" y="1"/>
                    </a:moveTo>
                    <a:cubicBezTo>
                      <a:pt x="1040" y="1"/>
                      <a:pt x="993" y="9"/>
                      <a:pt x="945" y="24"/>
                    </a:cubicBezTo>
                    <a:lnTo>
                      <a:pt x="284" y="308"/>
                    </a:lnTo>
                    <a:cubicBezTo>
                      <a:pt x="63" y="371"/>
                      <a:pt x="0" y="623"/>
                      <a:pt x="63" y="780"/>
                    </a:cubicBezTo>
                    <a:cubicBezTo>
                      <a:pt x="132" y="919"/>
                      <a:pt x="252" y="1006"/>
                      <a:pt x="386" y="1006"/>
                    </a:cubicBezTo>
                    <a:cubicBezTo>
                      <a:pt x="435" y="1006"/>
                      <a:pt x="485" y="995"/>
                      <a:pt x="536" y="969"/>
                    </a:cubicBezTo>
                    <a:lnTo>
                      <a:pt x="1229" y="686"/>
                    </a:lnTo>
                    <a:cubicBezTo>
                      <a:pt x="1418" y="623"/>
                      <a:pt x="1481" y="434"/>
                      <a:pt x="1418" y="213"/>
                    </a:cubicBezTo>
                    <a:cubicBezTo>
                      <a:pt x="1347" y="72"/>
                      <a:pt x="1223" y="1"/>
                      <a:pt x="10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52"/>
              <p:cNvSpPr/>
              <p:nvPr/>
            </p:nvSpPr>
            <p:spPr>
              <a:xfrm>
                <a:off x="-21294750" y="4172625"/>
                <a:ext cx="37850" cy="25150"/>
              </a:xfrm>
              <a:custGeom>
                <a:rect b="b" l="l" r="r" t="t"/>
                <a:pathLst>
                  <a:path extrusionOk="0" h="1006" w="1514">
                    <a:moveTo>
                      <a:pt x="414" y="1"/>
                    </a:moveTo>
                    <a:cubicBezTo>
                      <a:pt x="263" y="1"/>
                      <a:pt x="143" y="77"/>
                      <a:pt x="95" y="244"/>
                    </a:cubicBezTo>
                    <a:cubicBezTo>
                      <a:pt x="1" y="402"/>
                      <a:pt x="127" y="622"/>
                      <a:pt x="284" y="717"/>
                    </a:cubicBezTo>
                    <a:lnTo>
                      <a:pt x="946" y="969"/>
                    </a:lnTo>
                    <a:cubicBezTo>
                      <a:pt x="997" y="994"/>
                      <a:pt x="1050" y="1006"/>
                      <a:pt x="1101" y="1006"/>
                    </a:cubicBezTo>
                    <a:cubicBezTo>
                      <a:pt x="1242" y="1006"/>
                      <a:pt x="1372" y="918"/>
                      <a:pt x="1419" y="780"/>
                    </a:cubicBezTo>
                    <a:cubicBezTo>
                      <a:pt x="1513" y="591"/>
                      <a:pt x="1419" y="402"/>
                      <a:pt x="1230" y="307"/>
                    </a:cubicBezTo>
                    <a:lnTo>
                      <a:pt x="568" y="24"/>
                    </a:lnTo>
                    <a:cubicBezTo>
                      <a:pt x="514" y="8"/>
                      <a:pt x="463" y="1"/>
                      <a:pt x="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52"/>
              <p:cNvSpPr/>
              <p:nvPr/>
            </p:nvSpPr>
            <p:spPr>
              <a:xfrm>
                <a:off x="-21321525" y="4328375"/>
                <a:ext cx="306425" cy="34675"/>
              </a:xfrm>
              <a:custGeom>
                <a:rect b="b" l="l" r="r" t="t"/>
                <a:pathLst>
                  <a:path extrusionOk="0" h="1387" w="12257">
                    <a:moveTo>
                      <a:pt x="1844" y="0"/>
                    </a:moveTo>
                    <a:cubicBezTo>
                      <a:pt x="1403" y="0"/>
                      <a:pt x="962" y="126"/>
                      <a:pt x="568" y="378"/>
                    </a:cubicBezTo>
                    <a:cubicBezTo>
                      <a:pt x="473" y="410"/>
                      <a:pt x="379" y="504"/>
                      <a:pt x="284" y="536"/>
                    </a:cubicBezTo>
                    <a:cubicBezTo>
                      <a:pt x="95" y="630"/>
                      <a:pt x="1" y="819"/>
                      <a:pt x="95" y="1008"/>
                    </a:cubicBezTo>
                    <a:cubicBezTo>
                      <a:pt x="141" y="1147"/>
                      <a:pt x="272" y="1234"/>
                      <a:pt x="413" y="1234"/>
                    </a:cubicBezTo>
                    <a:cubicBezTo>
                      <a:pt x="464" y="1234"/>
                      <a:pt x="517" y="1223"/>
                      <a:pt x="568" y="1197"/>
                    </a:cubicBezTo>
                    <a:cubicBezTo>
                      <a:pt x="725" y="1166"/>
                      <a:pt x="883" y="1103"/>
                      <a:pt x="1009" y="1008"/>
                    </a:cubicBezTo>
                    <a:cubicBezTo>
                      <a:pt x="1261" y="835"/>
                      <a:pt x="1560" y="748"/>
                      <a:pt x="1863" y="748"/>
                    </a:cubicBezTo>
                    <a:cubicBezTo>
                      <a:pt x="2167" y="748"/>
                      <a:pt x="2474" y="835"/>
                      <a:pt x="2742" y="1008"/>
                    </a:cubicBezTo>
                    <a:cubicBezTo>
                      <a:pt x="3135" y="1260"/>
                      <a:pt x="3577" y="1386"/>
                      <a:pt x="4014" y="1386"/>
                    </a:cubicBezTo>
                    <a:cubicBezTo>
                      <a:pt x="4451" y="1386"/>
                      <a:pt x="4884" y="1260"/>
                      <a:pt x="5262" y="1008"/>
                    </a:cubicBezTo>
                    <a:cubicBezTo>
                      <a:pt x="5514" y="835"/>
                      <a:pt x="5813" y="748"/>
                      <a:pt x="6117" y="748"/>
                    </a:cubicBezTo>
                    <a:cubicBezTo>
                      <a:pt x="6420" y="748"/>
                      <a:pt x="6727" y="835"/>
                      <a:pt x="6995" y="1008"/>
                    </a:cubicBezTo>
                    <a:cubicBezTo>
                      <a:pt x="7389" y="1260"/>
                      <a:pt x="7830" y="1386"/>
                      <a:pt x="8267" y="1386"/>
                    </a:cubicBezTo>
                    <a:cubicBezTo>
                      <a:pt x="8704" y="1386"/>
                      <a:pt x="9137" y="1260"/>
                      <a:pt x="9515" y="1008"/>
                    </a:cubicBezTo>
                    <a:cubicBezTo>
                      <a:pt x="9767" y="835"/>
                      <a:pt x="10067" y="748"/>
                      <a:pt x="10374" y="748"/>
                    </a:cubicBezTo>
                    <a:cubicBezTo>
                      <a:pt x="10681" y="748"/>
                      <a:pt x="10996" y="835"/>
                      <a:pt x="11279" y="1008"/>
                    </a:cubicBezTo>
                    <a:cubicBezTo>
                      <a:pt x="11437" y="1103"/>
                      <a:pt x="11563" y="1166"/>
                      <a:pt x="11721" y="1260"/>
                    </a:cubicBezTo>
                    <a:cubicBezTo>
                      <a:pt x="11766" y="1276"/>
                      <a:pt x="11812" y="1284"/>
                      <a:pt x="11857" y="1284"/>
                    </a:cubicBezTo>
                    <a:cubicBezTo>
                      <a:pt x="11996" y="1284"/>
                      <a:pt x="12122" y="1207"/>
                      <a:pt x="12193" y="1040"/>
                    </a:cubicBezTo>
                    <a:cubicBezTo>
                      <a:pt x="12256" y="819"/>
                      <a:pt x="12193" y="567"/>
                      <a:pt x="11973" y="536"/>
                    </a:cubicBezTo>
                    <a:cubicBezTo>
                      <a:pt x="11878" y="504"/>
                      <a:pt x="11784" y="473"/>
                      <a:pt x="11658" y="378"/>
                    </a:cubicBezTo>
                    <a:cubicBezTo>
                      <a:pt x="11264" y="126"/>
                      <a:pt x="10823" y="0"/>
                      <a:pt x="10382" y="0"/>
                    </a:cubicBezTo>
                    <a:cubicBezTo>
                      <a:pt x="9941" y="0"/>
                      <a:pt x="9499" y="126"/>
                      <a:pt x="9106" y="378"/>
                    </a:cubicBezTo>
                    <a:cubicBezTo>
                      <a:pt x="8854" y="552"/>
                      <a:pt x="8546" y="638"/>
                      <a:pt x="8239" y="638"/>
                    </a:cubicBezTo>
                    <a:cubicBezTo>
                      <a:pt x="7932" y="638"/>
                      <a:pt x="7625" y="552"/>
                      <a:pt x="7373" y="378"/>
                    </a:cubicBezTo>
                    <a:cubicBezTo>
                      <a:pt x="6979" y="126"/>
                      <a:pt x="6538" y="0"/>
                      <a:pt x="6101" y="0"/>
                    </a:cubicBezTo>
                    <a:cubicBezTo>
                      <a:pt x="5664" y="0"/>
                      <a:pt x="5231" y="126"/>
                      <a:pt x="4852" y="378"/>
                    </a:cubicBezTo>
                    <a:cubicBezTo>
                      <a:pt x="4600" y="552"/>
                      <a:pt x="4293" y="638"/>
                      <a:pt x="3986" y="638"/>
                    </a:cubicBezTo>
                    <a:cubicBezTo>
                      <a:pt x="3679" y="638"/>
                      <a:pt x="3372" y="552"/>
                      <a:pt x="3120" y="378"/>
                    </a:cubicBezTo>
                    <a:cubicBezTo>
                      <a:pt x="2726" y="126"/>
                      <a:pt x="2285" y="0"/>
                      <a:pt x="1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52"/>
              <p:cNvSpPr/>
              <p:nvPr/>
            </p:nvSpPr>
            <p:spPr>
              <a:xfrm>
                <a:off x="-21321525" y="4292150"/>
                <a:ext cx="306425" cy="34675"/>
              </a:xfrm>
              <a:custGeom>
                <a:rect b="b" l="l" r="r" t="t"/>
                <a:pathLst>
                  <a:path extrusionOk="0" h="1387" w="12257">
                    <a:moveTo>
                      <a:pt x="1844" y="0"/>
                    </a:moveTo>
                    <a:cubicBezTo>
                      <a:pt x="1403" y="0"/>
                      <a:pt x="962" y="126"/>
                      <a:pt x="568" y="378"/>
                    </a:cubicBezTo>
                    <a:cubicBezTo>
                      <a:pt x="473" y="410"/>
                      <a:pt x="379" y="504"/>
                      <a:pt x="284" y="536"/>
                    </a:cubicBezTo>
                    <a:cubicBezTo>
                      <a:pt x="95" y="599"/>
                      <a:pt x="1" y="819"/>
                      <a:pt x="95" y="1008"/>
                    </a:cubicBezTo>
                    <a:cubicBezTo>
                      <a:pt x="141" y="1147"/>
                      <a:pt x="272" y="1234"/>
                      <a:pt x="413" y="1234"/>
                    </a:cubicBezTo>
                    <a:cubicBezTo>
                      <a:pt x="464" y="1234"/>
                      <a:pt x="517" y="1223"/>
                      <a:pt x="568" y="1197"/>
                    </a:cubicBezTo>
                    <a:cubicBezTo>
                      <a:pt x="725" y="1166"/>
                      <a:pt x="883" y="1071"/>
                      <a:pt x="1009" y="1008"/>
                    </a:cubicBezTo>
                    <a:cubicBezTo>
                      <a:pt x="1261" y="835"/>
                      <a:pt x="1560" y="748"/>
                      <a:pt x="1863" y="748"/>
                    </a:cubicBezTo>
                    <a:cubicBezTo>
                      <a:pt x="2167" y="748"/>
                      <a:pt x="2474" y="835"/>
                      <a:pt x="2742" y="1008"/>
                    </a:cubicBezTo>
                    <a:cubicBezTo>
                      <a:pt x="3135" y="1260"/>
                      <a:pt x="3577" y="1386"/>
                      <a:pt x="4014" y="1386"/>
                    </a:cubicBezTo>
                    <a:cubicBezTo>
                      <a:pt x="4451" y="1386"/>
                      <a:pt x="4884" y="1260"/>
                      <a:pt x="5262" y="1008"/>
                    </a:cubicBezTo>
                    <a:cubicBezTo>
                      <a:pt x="5514" y="835"/>
                      <a:pt x="5813" y="748"/>
                      <a:pt x="6117" y="748"/>
                    </a:cubicBezTo>
                    <a:cubicBezTo>
                      <a:pt x="6420" y="748"/>
                      <a:pt x="6727" y="835"/>
                      <a:pt x="6995" y="1008"/>
                    </a:cubicBezTo>
                    <a:cubicBezTo>
                      <a:pt x="7389" y="1260"/>
                      <a:pt x="7830" y="1386"/>
                      <a:pt x="8267" y="1386"/>
                    </a:cubicBezTo>
                    <a:cubicBezTo>
                      <a:pt x="8704" y="1386"/>
                      <a:pt x="9137" y="1260"/>
                      <a:pt x="9515" y="1008"/>
                    </a:cubicBezTo>
                    <a:cubicBezTo>
                      <a:pt x="9767" y="835"/>
                      <a:pt x="10067" y="748"/>
                      <a:pt x="10374" y="748"/>
                    </a:cubicBezTo>
                    <a:cubicBezTo>
                      <a:pt x="10681" y="748"/>
                      <a:pt x="10996" y="835"/>
                      <a:pt x="11279" y="1008"/>
                    </a:cubicBezTo>
                    <a:cubicBezTo>
                      <a:pt x="11437" y="1071"/>
                      <a:pt x="11563" y="1166"/>
                      <a:pt x="11721" y="1229"/>
                    </a:cubicBezTo>
                    <a:cubicBezTo>
                      <a:pt x="11771" y="1254"/>
                      <a:pt x="11822" y="1266"/>
                      <a:pt x="11871" y="1266"/>
                    </a:cubicBezTo>
                    <a:cubicBezTo>
                      <a:pt x="12004" y="1266"/>
                      <a:pt x="12124" y="1178"/>
                      <a:pt x="12193" y="1040"/>
                    </a:cubicBezTo>
                    <a:cubicBezTo>
                      <a:pt x="12256" y="819"/>
                      <a:pt x="12193" y="599"/>
                      <a:pt x="11973" y="536"/>
                    </a:cubicBezTo>
                    <a:cubicBezTo>
                      <a:pt x="11878" y="504"/>
                      <a:pt x="11784" y="441"/>
                      <a:pt x="11658" y="378"/>
                    </a:cubicBezTo>
                    <a:cubicBezTo>
                      <a:pt x="11264" y="126"/>
                      <a:pt x="10823" y="0"/>
                      <a:pt x="10382" y="0"/>
                    </a:cubicBezTo>
                    <a:cubicBezTo>
                      <a:pt x="9941" y="0"/>
                      <a:pt x="9499" y="126"/>
                      <a:pt x="9106" y="378"/>
                    </a:cubicBezTo>
                    <a:cubicBezTo>
                      <a:pt x="8854" y="551"/>
                      <a:pt x="8546" y="638"/>
                      <a:pt x="8239" y="638"/>
                    </a:cubicBezTo>
                    <a:cubicBezTo>
                      <a:pt x="7932" y="638"/>
                      <a:pt x="7625" y="551"/>
                      <a:pt x="7373" y="378"/>
                    </a:cubicBezTo>
                    <a:cubicBezTo>
                      <a:pt x="6979" y="126"/>
                      <a:pt x="6538" y="0"/>
                      <a:pt x="6101" y="0"/>
                    </a:cubicBezTo>
                    <a:cubicBezTo>
                      <a:pt x="5664" y="0"/>
                      <a:pt x="5231" y="126"/>
                      <a:pt x="4852" y="378"/>
                    </a:cubicBezTo>
                    <a:cubicBezTo>
                      <a:pt x="4600" y="551"/>
                      <a:pt x="4293" y="638"/>
                      <a:pt x="3986" y="638"/>
                    </a:cubicBezTo>
                    <a:cubicBezTo>
                      <a:pt x="3679" y="638"/>
                      <a:pt x="3372" y="551"/>
                      <a:pt x="3120" y="378"/>
                    </a:cubicBezTo>
                    <a:cubicBezTo>
                      <a:pt x="2726" y="126"/>
                      <a:pt x="2285" y="0"/>
                      <a:pt x="1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52"/>
              <p:cNvSpPr/>
              <p:nvPr/>
            </p:nvSpPr>
            <p:spPr>
              <a:xfrm>
                <a:off x="-21322300" y="4148000"/>
                <a:ext cx="307200" cy="143375"/>
              </a:xfrm>
              <a:custGeom>
                <a:rect b="b" l="l" r="r" t="t"/>
                <a:pathLst>
                  <a:path extrusionOk="0" h="5735" w="12288">
                    <a:moveTo>
                      <a:pt x="6175" y="1"/>
                    </a:moveTo>
                    <a:cubicBezTo>
                      <a:pt x="4411" y="1"/>
                      <a:pt x="2962" y="1450"/>
                      <a:pt x="2962" y="3214"/>
                    </a:cubicBezTo>
                    <a:cubicBezTo>
                      <a:pt x="2962" y="3813"/>
                      <a:pt x="3151" y="4380"/>
                      <a:pt x="3434" y="4884"/>
                    </a:cubicBezTo>
                    <a:cubicBezTo>
                      <a:pt x="3308" y="4852"/>
                      <a:pt x="3245" y="4789"/>
                      <a:pt x="3119" y="4726"/>
                    </a:cubicBezTo>
                    <a:cubicBezTo>
                      <a:pt x="2725" y="4474"/>
                      <a:pt x="2284" y="4348"/>
                      <a:pt x="1843" y="4348"/>
                    </a:cubicBezTo>
                    <a:cubicBezTo>
                      <a:pt x="1402" y="4348"/>
                      <a:pt x="961" y="4474"/>
                      <a:pt x="567" y="4726"/>
                    </a:cubicBezTo>
                    <a:cubicBezTo>
                      <a:pt x="473" y="4758"/>
                      <a:pt x="347" y="4852"/>
                      <a:pt x="284" y="4884"/>
                    </a:cubicBezTo>
                    <a:cubicBezTo>
                      <a:pt x="95" y="4947"/>
                      <a:pt x="0" y="5167"/>
                      <a:pt x="95" y="5356"/>
                    </a:cubicBezTo>
                    <a:cubicBezTo>
                      <a:pt x="141" y="5495"/>
                      <a:pt x="255" y="5583"/>
                      <a:pt x="399" y="5583"/>
                    </a:cubicBezTo>
                    <a:cubicBezTo>
                      <a:pt x="451" y="5583"/>
                      <a:pt x="508" y="5571"/>
                      <a:pt x="567" y="5545"/>
                    </a:cubicBezTo>
                    <a:cubicBezTo>
                      <a:pt x="725" y="5514"/>
                      <a:pt x="882" y="5419"/>
                      <a:pt x="977" y="5356"/>
                    </a:cubicBezTo>
                    <a:cubicBezTo>
                      <a:pt x="1245" y="5183"/>
                      <a:pt x="1552" y="5097"/>
                      <a:pt x="1855" y="5097"/>
                    </a:cubicBezTo>
                    <a:cubicBezTo>
                      <a:pt x="2158" y="5097"/>
                      <a:pt x="2458" y="5183"/>
                      <a:pt x="2710" y="5356"/>
                    </a:cubicBezTo>
                    <a:cubicBezTo>
                      <a:pt x="3103" y="5608"/>
                      <a:pt x="3552" y="5735"/>
                      <a:pt x="3993" y="5735"/>
                    </a:cubicBezTo>
                    <a:cubicBezTo>
                      <a:pt x="4435" y="5735"/>
                      <a:pt x="4868" y="5608"/>
                      <a:pt x="5230" y="5356"/>
                    </a:cubicBezTo>
                    <a:cubicBezTo>
                      <a:pt x="5498" y="5183"/>
                      <a:pt x="5805" y="5097"/>
                      <a:pt x="6108" y="5097"/>
                    </a:cubicBezTo>
                    <a:cubicBezTo>
                      <a:pt x="6411" y="5097"/>
                      <a:pt x="6711" y="5183"/>
                      <a:pt x="6963" y="5356"/>
                    </a:cubicBezTo>
                    <a:cubicBezTo>
                      <a:pt x="7341" y="5608"/>
                      <a:pt x="7790" y="5735"/>
                      <a:pt x="8235" y="5735"/>
                    </a:cubicBezTo>
                    <a:cubicBezTo>
                      <a:pt x="8680" y="5735"/>
                      <a:pt x="9121" y="5608"/>
                      <a:pt x="9483" y="5356"/>
                    </a:cubicBezTo>
                    <a:cubicBezTo>
                      <a:pt x="9751" y="5183"/>
                      <a:pt x="10058" y="5097"/>
                      <a:pt x="10369" y="5097"/>
                    </a:cubicBezTo>
                    <a:cubicBezTo>
                      <a:pt x="10680" y="5097"/>
                      <a:pt x="10995" y="5183"/>
                      <a:pt x="11279" y="5356"/>
                    </a:cubicBezTo>
                    <a:cubicBezTo>
                      <a:pt x="11437" y="5419"/>
                      <a:pt x="11531" y="5514"/>
                      <a:pt x="11689" y="5577"/>
                    </a:cubicBezTo>
                    <a:cubicBezTo>
                      <a:pt x="11748" y="5602"/>
                      <a:pt x="11804" y="5614"/>
                      <a:pt x="11857" y="5614"/>
                    </a:cubicBezTo>
                    <a:cubicBezTo>
                      <a:pt x="12001" y="5614"/>
                      <a:pt x="12115" y="5526"/>
                      <a:pt x="12161" y="5388"/>
                    </a:cubicBezTo>
                    <a:cubicBezTo>
                      <a:pt x="12287" y="5167"/>
                      <a:pt x="12224" y="4947"/>
                      <a:pt x="12004" y="4884"/>
                    </a:cubicBezTo>
                    <a:cubicBezTo>
                      <a:pt x="11909" y="4852"/>
                      <a:pt x="11815" y="4789"/>
                      <a:pt x="11689" y="4726"/>
                    </a:cubicBezTo>
                    <a:cubicBezTo>
                      <a:pt x="11295" y="4474"/>
                      <a:pt x="10854" y="4348"/>
                      <a:pt x="10413" y="4348"/>
                    </a:cubicBezTo>
                    <a:cubicBezTo>
                      <a:pt x="9972" y="4348"/>
                      <a:pt x="9530" y="4474"/>
                      <a:pt x="9137" y="4726"/>
                    </a:cubicBezTo>
                    <a:lnTo>
                      <a:pt x="8916" y="4852"/>
                    </a:lnTo>
                    <a:cubicBezTo>
                      <a:pt x="9168" y="4380"/>
                      <a:pt x="9389" y="3781"/>
                      <a:pt x="9389" y="3214"/>
                    </a:cubicBezTo>
                    <a:cubicBezTo>
                      <a:pt x="9389" y="1450"/>
                      <a:pt x="7971" y="1"/>
                      <a:pt x="6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69" name="Google Shape;1369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53"/>
          <p:cNvSpPr/>
          <p:nvPr/>
        </p:nvSpPr>
        <p:spPr>
          <a:xfrm flipH="1">
            <a:off x="-750927" y="3738277"/>
            <a:ext cx="1578772" cy="1578772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rgbClr val="F6E8BF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2" name="Google Shape;1372;p53"/>
          <p:cNvGrpSpPr/>
          <p:nvPr/>
        </p:nvGrpSpPr>
        <p:grpSpPr>
          <a:xfrm flipH="1">
            <a:off x="75753" y="4358379"/>
            <a:ext cx="2170507" cy="2170507"/>
            <a:chOff x="4008240" y="1896120"/>
            <a:chExt cx="1703160" cy="1703160"/>
          </a:xfrm>
        </p:grpSpPr>
        <p:sp>
          <p:nvSpPr>
            <p:cNvPr id="1373" name="Google Shape;1373;p53"/>
            <p:cNvSpPr/>
            <p:nvPr/>
          </p:nvSpPr>
          <p:spPr>
            <a:xfrm>
              <a:off x="4008240" y="1896120"/>
              <a:ext cx="1703160" cy="1703160"/>
            </a:xfrm>
            <a:custGeom>
              <a:rect b="b" l="l" r="r" t="t"/>
              <a:pathLst>
                <a:path extrusionOk="0" h="4731" w="4731">
                  <a:moveTo>
                    <a:pt x="2365" y="12"/>
                  </a:moveTo>
                  <a:cubicBezTo>
                    <a:pt x="1068" y="12"/>
                    <a:pt x="12" y="1068"/>
                    <a:pt x="12" y="2365"/>
                  </a:cubicBezTo>
                  <a:cubicBezTo>
                    <a:pt x="12" y="3663"/>
                    <a:pt x="1068" y="4719"/>
                    <a:pt x="2365" y="4719"/>
                  </a:cubicBezTo>
                  <a:cubicBezTo>
                    <a:pt x="3663" y="4719"/>
                    <a:pt x="4719" y="3663"/>
                    <a:pt x="4719" y="2365"/>
                  </a:cubicBezTo>
                  <a:cubicBezTo>
                    <a:pt x="4719" y="1068"/>
                    <a:pt x="3663" y="12"/>
                    <a:pt x="2365" y="12"/>
                  </a:cubicBezTo>
                  <a:moveTo>
                    <a:pt x="2365" y="4731"/>
                  </a:moveTo>
                  <a:cubicBezTo>
                    <a:pt x="1061" y="4731"/>
                    <a:pt x="0" y="3670"/>
                    <a:pt x="0" y="2365"/>
                  </a:cubicBezTo>
                  <a:cubicBezTo>
                    <a:pt x="0" y="1061"/>
                    <a:pt x="1061" y="0"/>
                    <a:pt x="2365" y="0"/>
                  </a:cubicBezTo>
                  <a:cubicBezTo>
                    <a:pt x="3670" y="0"/>
                    <a:pt x="4731" y="1061"/>
                    <a:pt x="4731" y="2365"/>
                  </a:cubicBezTo>
                  <a:cubicBezTo>
                    <a:pt x="4731" y="3670"/>
                    <a:pt x="3670" y="4731"/>
                    <a:pt x="2365" y="4731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3"/>
            <p:cNvSpPr/>
            <p:nvPr/>
          </p:nvSpPr>
          <p:spPr>
            <a:xfrm>
              <a:off x="4080960" y="1968840"/>
              <a:ext cx="1557720" cy="1557720"/>
            </a:xfrm>
            <a:custGeom>
              <a:rect b="b" l="l" r="r" t="t"/>
              <a:pathLst>
                <a:path extrusionOk="0" h="4327" w="4327">
                  <a:moveTo>
                    <a:pt x="2163" y="13"/>
                  </a:moveTo>
                  <a:cubicBezTo>
                    <a:pt x="977" y="13"/>
                    <a:pt x="13" y="977"/>
                    <a:pt x="13" y="2163"/>
                  </a:cubicBezTo>
                  <a:cubicBezTo>
                    <a:pt x="13" y="3349"/>
                    <a:pt x="977" y="4314"/>
                    <a:pt x="2163" y="4314"/>
                  </a:cubicBezTo>
                  <a:cubicBezTo>
                    <a:pt x="3349" y="4314"/>
                    <a:pt x="4314" y="3349"/>
                    <a:pt x="4314" y="2163"/>
                  </a:cubicBezTo>
                  <a:cubicBezTo>
                    <a:pt x="4314" y="977"/>
                    <a:pt x="3349" y="13"/>
                    <a:pt x="2163" y="13"/>
                  </a:cubicBezTo>
                  <a:moveTo>
                    <a:pt x="2163" y="4327"/>
                  </a:moveTo>
                  <a:cubicBezTo>
                    <a:pt x="970" y="4327"/>
                    <a:pt x="0" y="3356"/>
                    <a:pt x="0" y="2163"/>
                  </a:cubicBezTo>
                  <a:cubicBezTo>
                    <a:pt x="0" y="970"/>
                    <a:pt x="970" y="0"/>
                    <a:pt x="2163" y="0"/>
                  </a:cubicBezTo>
                  <a:cubicBezTo>
                    <a:pt x="3356" y="0"/>
                    <a:pt x="4327" y="970"/>
                    <a:pt x="4327" y="2163"/>
                  </a:cubicBezTo>
                  <a:cubicBezTo>
                    <a:pt x="4327" y="3356"/>
                    <a:pt x="3356" y="4327"/>
                    <a:pt x="2163" y="432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53"/>
            <p:cNvSpPr/>
            <p:nvPr/>
          </p:nvSpPr>
          <p:spPr>
            <a:xfrm>
              <a:off x="4153680" y="2041560"/>
              <a:ext cx="1412280" cy="1412280"/>
            </a:xfrm>
            <a:custGeom>
              <a:rect b="b" l="l" r="r" t="t"/>
              <a:pathLst>
                <a:path extrusionOk="0" h="3923" w="3923">
                  <a:moveTo>
                    <a:pt x="1961" y="13"/>
                  </a:moveTo>
                  <a:cubicBezTo>
                    <a:pt x="887" y="13"/>
                    <a:pt x="13" y="887"/>
                    <a:pt x="13" y="1961"/>
                  </a:cubicBezTo>
                  <a:cubicBezTo>
                    <a:pt x="13" y="3036"/>
                    <a:pt x="887" y="3910"/>
                    <a:pt x="1961" y="3910"/>
                  </a:cubicBezTo>
                  <a:cubicBezTo>
                    <a:pt x="3036" y="3910"/>
                    <a:pt x="3910" y="3036"/>
                    <a:pt x="3910" y="1961"/>
                  </a:cubicBezTo>
                  <a:cubicBezTo>
                    <a:pt x="3910" y="887"/>
                    <a:pt x="3036" y="13"/>
                    <a:pt x="1961" y="13"/>
                  </a:cubicBezTo>
                  <a:moveTo>
                    <a:pt x="1961" y="3923"/>
                  </a:moveTo>
                  <a:cubicBezTo>
                    <a:pt x="880" y="3923"/>
                    <a:pt x="0" y="3043"/>
                    <a:pt x="0" y="1961"/>
                  </a:cubicBezTo>
                  <a:cubicBezTo>
                    <a:pt x="0" y="880"/>
                    <a:pt x="880" y="0"/>
                    <a:pt x="1961" y="0"/>
                  </a:cubicBezTo>
                  <a:cubicBezTo>
                    <a:pt x="3043" y="0"/>
                    <a:pt x="3923" y="880"/>
                    <a:pt x="3923" y="1961"/>
                  </a:cubicBezTo>
                  <a:cubicBezTo>
                    <a:pt x="3923" y="3043"/>
                    <a:pt x="3043" y="3923"/>
                    <a:pt x="1961" y="392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53"/>
            <p:cNvSpPr/>
            <p:nvPr/>
          </p:nvSpPr>
          <p:spPr>
            <a:xfrm>
              <a:off x="4226760" y="2114640"/>
              <a:ext cx="1266120" cy="1266120"/>
            </a:xfrm>
            <a:custGeom>
              <a:rect b="b" l="l" r="r" t="t"/>
              <a:pathLst>
                <a:path extrusionOk="0" h="3517" w="3517">
                  <a:moveTo>
                    <a:pt x="1758" y="12"/>
                  </a:moveTo>
                  <a:cubicBezTo>
                    <a:pt x="796" y="12"/>
                    <a:pt x="12" y="796"/>
                    <a:pt x="12" y="1758"/>
                  </a:cubicBezTo>
                  <a:cubicBezTo>
                    <a:pt x="12" y="2721"/>
                    <a:pt x="796" y="3504"/>
                    <a:pt x="1758" y="3504"/>
                  </a:cubicBezTo>
                  <a:cubicBezTo>
                    <a:pt x="2721" y="3504"/>
                    <a:pt x="3504" y="2721"/>
                    <a:pt x="3504" y="1758"/>
                  </a:cubicBezTo>
                  <a:cubicBezTo>
                    <a:pt x="3504" y="796"/>
                    <a:pt x="2721" y="12"/>
                    <a:pt x="1758" y="12"/>
                  </a:cubicBezTo>
                  <a:moveTo>
                    <a:pt x="1758" y="3517"/>
                  </a:moveTo>
                  <a:cubicBezTo>
                    <a:pt x="789" y="3517"/>
                    <a:pt x="0" y="2728"/>
                    <a:pt x="0" y="1758"/>
                  </a:cubicBezTo>
                  <a:cubicBezTo>
                    <a:pt x="0" y="789"/>
                    <a:pt x="789" y="0"/>
                    <a:pt x="1758" y="0"/>
                  </a:cubicBezTo>
                  <a:cubicBezTo>
                    <a:pt x="2728" y="0"/>
                    <a:pt x="3517" y="789"/>
                    <a:pt x="3517" y="1758"/>
                  </a:cubicBezTo>
                  <a:cubicBezTo>
                    <a:pt x="3517" y="2728"/>
                    <a:pt x="2728" y="3517"/>
                    <a:pt x="1758" y="3517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53"/>
            <p:cNvSpPr/>
            <p:nvPr/>
          </p:nvSpPr>
          <p:spPr>
            <a:xfrm>
              <a:off x="4299480" y="2187360"/>
              <a:ext cx="1120680" cy="1120680"/>
            </a:xfrm>
            <a:custGeom>
              <a:rect b="b" l="l" r="r" t="t"/>
              <a:pathLst>
                <a:path extrusionOk="0" h="3113" w="3113">
                  <a:moveTo>
                    <a:pt x="1556" y="13"/>
                  </a:moveTo>
                  <a:cubicBezTo>
                    <a:pt x="705" y="13"/>
                    <a:pt x="13" y="705"/>
                    <a:pt x="13" y="1556"/>
                  </a:cubicBezTo>
                  <a:cubicBezTo>
                    <a:pt x="13" y="2408"/>
                    <a:pt x="705" y="3100"/>
                    <a:pt x="1556" y="3100"/>
                  </a:cubicBezTo>
                  <a:cubicBezTo>
                    <a:pt x="2408" y="3100"/>
                    <a:pt x="3100" y="2408"/>
                    <a:pt x="3100" y="1556"/>
                  </a:cubicBezTo>
                  <a:cubicBezTo>
                    <a:pt x="3100" y="705"/>
                    <a:pt x="2408" y="13"/>
                    <a:pt x="1556" y="13"/>
                  </a:cubicBezTo>
                  <a:moveTo>
                    <a:pt x="1556" y="3113"/>
                  </a:moveTo>
                  <a:cubicBezTo>
                    <a:pt x="698" y="3113"/>
                    <a:pt x="0" y="2415"/>
                    <a:pt x="0" y="1556"/>
                  </a:cubicBezTo>
                  <a:cubicBezTo>
                    <a:pt x="0" y="698"/>
                    <a:pt x="698" y="0"/>
                    <a:pt x="1556" y="0"/>
                  </a:cubicBezTo>
                  <a:cubicBezTo>
                    <a:pt x="2415" y="0"/>
                    <a:pt x="3113" y="698"/>
                    <a:pt x="3113" y="1556"/>
                  </a:cubicBezTo>
                  <a:cubicBezTo>
                    <a:pt x="3113" y="2415"/>
                    <a:pt x="2415" y="3113"/>
                    <a:pt x="1556" y="311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53"/>
            <p:cNvSpPr/>
            <p:nvPr/>
          </p:nvSpPr>
          <p:spPr>
            <a:xfrm>
              <a:off x="4372200" y="2260080"/>
              <a:ext cx="974880" cy="974880"/>
            </a:xfrm>
            <a:custGeom>
              <a:rect b="b" l="l" r="r" t="t"/>
              <a:pathLst>
                <a:path extrusionOk="0" h="2708" w="2708">
                  <a:moveTo>
                    <a:pt x="1354" y="13"/>
                  </a:moveTo>
                  <a:cubicBezTo>
                    <a:pt x="615" y="13"/>
                    <a:pt x="13" y="615"/>
                    <a:pt x="13" y="1354"/>
                  </a:cubicBezTo>
                  <a:cubicBezTo>
                    <a:pt x="13" y="2094"/>
                    <a:pt x="615" y="2696"/>
                    <a:pt x="1354" y="2696"/>
                  </a:cubicBezTo>
                  <a:cubicBezTo>
                    <a:pt x="2094" y="2696"/>
                    <a:pt x="2696" y="2094"/>
                    <a:pt x="2696" y="1354"/>
                  </a:cubicBezTo>
                  <a:cubicBezTo>
                    <a:pt x="2696" y="615"/>
                    <a:pt x="2094" y="13"/>
                    <a:pt x="1354" y="13"/>
                  </a:cubicBezTo>
                  <a:moveTo>
                    <a:pt x="1354" y="2708"/>
                  </a:moveTo>
                  <a:cubicBezTo>
                    <a:pt x="608" y="2708"/>
                    <a:pt x="0" y="2101"/>
                    <a:pt x="0" y="1354"/>
                  </a:cubicBezTo>
                  <a:cubicBezTo>
                    <a:pt x="0" y="608"/>
                    <a:pt x="608" y="0"/>
                    <a:pt x="1354" y="0"/>
                  </a:cubicBezTo>
                  <a:cubicBezTo>
                    <a:pt x="2101" y="0"/>
                    <a:pt x="2708" y="608"/>
                    <a:pt x="2708" y="1354"/>
                  </a:cubicBezTo>
                  <a:cubicBezTo>
                    <a:pt x="2708" y="2101"/>
                    <a:pt x="2101" y="2708"/>
                    <a:pt x="1354" y="2708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3"/>
            <p:cNvSpPr/>
            <p:nvPr/>
          </p:nvSpPr>
          <p:spPr>
            <a:xfrm>
              <a:off x="4445280" y="2333160"/>
              <a:ext cx="829080" cy="829080"/>
            </a:xfrm>
            <a:custGeom>
              <a:rect b="b" l="l" r="r" t="t"/>
              <a:pathLst>
                <a:path extrusionOk="0" h="2303" w="2303">
                  <a:moveTo>
                    <a:pt x="1151" y="12"/>
                  </a:moveTo>
                  <a:cubicBezTo>
                    <a:pt x="523" y="12"/>
                    <a:pt x="12" y="523"/>
                    <a:pt x="12" y="1151"/>
                  </a:cubicBezTo>
                  <a:cubicBezTo>
                    <a:pt x="12" y="1779"/>
                    <a:pt x="523" y="2290"/>
                    <a:pt x="1151" y="2290"/>
                  </a:cubicBezTo>
                  <a:cubicBezTo>
                    <a:pt x="1779" y="2290"/>
                    <a:pt x="2290" y="1779"/>
                    <a:pt x="2290" y="1151"/>
                  </a:cubicBezTo>
                  <a:cubicBezTo>
                    <a:pt x="2290" y="523"/>
                    <a:pt x="1779" y="12"/>
                    <a:pt x="1151" y="12"/>
                  </a:cubicBezTo>
                  <a:moveTo>
                    <a:pt x="1151" y="2303"/>
                  </a:moveTo>
                  <a:cubicBezTo>
                    <a:pt x="516" y="2303"/>
                    <a:pt x="0" y="1786"/>
                    <a:pt x="0" y="1151"/>
                  </a:cubicBezTo>
                  <a:cubicBezTo>
                    <a:pt x="0" y="516"/>
                    <a:pt x="516" y="0"/>
                    <a:pt x="1151" y="0"/>
                  </a:cubicBezTo>
                  <a:cubicBezTo>
                    <a:pt x="1786" y="0"/>
                    <a:pt x="2303" y="516"/>
                    <a:pt x="2303" y="1151"/>
                  </a:cubicBezTo>
                  <a:cubicBezTo>
                    <a:pt x="2303" y="1786"/>
                    <a:pt x="1786" y="2303"/>
                    <a:pt x="1151" y="2303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53"/>
            <p:cNvSpPr/>
            <p:nvPr/>
          </p:nvSpPr>
          <p:spPr>
            <a:xfrm>
              <a:off x="4518000" y="2405880"/>
              <a:ext cx="683640" cy="683640"/>
            </a:xfrm>
            <a:custGeom>
              <a:rect b="b" l="l" r="r" t="t"/>
              <a:pathLst>
                <a:path extrusionOk="0" h="1899" w="1899">
                  <a:moveTo>
                    <a:pt x="949" y="13"/>
                  </a:moveTo>
                  <a:cubicBezTo>
                    <a:pt x="433" y="13"/>
                    <a:pt x="13" y="433"/>
                    <a:pt x="13" y="949"/>
                  </a:cubicBezTo>
                  <a:cubicBezTo>
                    <a:pt x="13" y="1466"/>
                    <a:pt x="433" y="1886"/>
                    <a:pt x="949" y="1886"/>
                  </a:cubicBezTo>
                  <a:cubicBezTo>
                    <a:pt x="1466" y="1886"/>
                    <a:pt x="1886" y="1466"/>
                    <a:pt x="1886" y="949"/>
                  </a:cubicBezTo>
                  <a:cubicBezTo>
                    <a:pt x="1886" y="433"/>
                    <a:pt x="1466" y="13"/>
                    <a:pt x="949" y="13"/>
                  </a:cubicBezTo>
                  <a:moveTo>
                    <a:pt x="949" y="1899"/>
                  </a:moveTo>
                  <a:cubicBezTo>
                    <a:pt x="426" y="1899"/>
                    <a:pt x="0" y="1473"/>
                    <a:pt x="0" y="949"/>
                  </a:cubicBezTo>
                  <a:cubicBezTo>
                    <a:pt x="0" y="426"/>
                    <a:pt x="426" y="0"/>
                    <a:pt x="949" y="0"/>
                  </a:cubicBezTo>
                  <a:cubicBezTo>
                    <a:pt x="1473" y="0"/>
                    <a:pt x="1899" y="426"/>
                    <a:pt x="1899" y="949"/>
                  </a:cubicBezTo>
                  <a:cubicBezTo>
                    <a:pt x="1899" y="1473"/>
                    <a:pt x="1473" y="1899"/>
                    <a:pt x="949" y="189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3"/>
            <p:cNvSpPr/>
            <p:nvPr/>
          </p:nvSpPr>
          <p:spPr>
            <a:xfrm>
              <a:off x="4590720" y="2478600"/>
              <a:ext cx="537840" cy="537840"/>
            </a:xfrm>
            <a:custGeom>
              <a:rect b="b" l="l" r="r" t="t"/>
              <a:pathLst>
                <a:path extrusionOk="0" h="1494" w="1494">
                  <a:moveTo>
                    <a:pt x="747" y="13"/>
                  </a:moveTo>
                  <a:cubicBezTo>
                    <a:pt x="342" y="13"/>
                    <a:pt x="13" y="342"/>
                    <a:pt x="13" y="747"/>
                  </a:cubicBezTo>
                  <a:cubicBezTo>
                    <a:pt x="13" y="1152"/>
                    <a:pt x="342" y="1482"/>
                    <a:pt x="747" y="1482"/>
                  </a:cubicBezTo>
                  <a:cubicBezTo>
                    <a:pt x="1152" y="1482"/>
                    <a:pt x="1482" y="1152"/>
                    <a:pt x="1482" y="747"/>
                  </a:cubicBezTo>
                  <a:cubicBezTo>
                    <a:pt x="1482" y="342"/>
                    <a:pt x="1152" y="13"/>
                    <a:pt x="747" y="13"/>
                  </a:cubicBezTo>
                  <a:moveTo>
                    <a:pt x="747" y="1494"/>
                  </a:moveTo>
                  <a:cubicBezTo>
                    <a:pt x="335" y="1494"/>
                    <a:pt x="0" y="1159"/>
                    <a:pt x="0" y="747"/>
                  </a:cubicBezTo>
                  <a:cubicBezTo>
                    <a:pt x="0" y="335"/>
                    <a:pt x="335" y="0"/>
                    <a:pt x="747" y="0"/>
                  </a:cubicBezTo>
                  <a:cubicBezTo>
                    <a:pt x="1159" y="0"/>
                    <a:pt x="1494" y="335"/>
                    <a:pt x="1494" y="747"/>
                  </a:cubicBezTo>
                  <a:cubicBezTo>
                    <a:pt x="1494" y="1159"/>
                    <a:pt x="1159" y="1494"/>
                    <a:pt x="747" y="1494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53"/>
            <p:cNvSpPr/>
            <p:nvPr/>
          </p:nvSpPr>
          <p:spPr>
            <a:xfrm>
              <a:off x="4663800" y="2551680"/>
              <a:ext cx="392040" cy="392040"/>
            </a:xfrm>
            <a:custGeom>
              <a:rect b="b" l="l" r="r" t="t"/>
              <a:pathLst>
                <a:path extrusionOk="0" h="1089" w="1089">
                  <a:moveTo>
                    <a:pt x="544" y="12"/>
                  </a:moveTo>
                  <a:cubicBezTo>
                    <a:pt x="251" y="12"/>
                    <a:pt x="12" y="251"/>
                    <a:pt x="12" y="544"/>
                  </a:cubicBezTo>
                  <a:cubicBezTo>
                    <a:pt x="12" y="838"/>
                    <a:pt x="251" y="1076"/>
                    <a:pt x="544" y="1076"/>
                  </a:cubicBezTo>
                  <a:cubicBezTo>
                    <a:pt x="838" y="1076"/>
                    <a:pt x="1076" y="838"/>
                    <a:pt x="1076" y="544"/>
                  </a:cubicBezTo>
                  <a:cubicBezTo>
                    <a:pt x="1076" y="251"/>
                    <a:pt x="838" y="12"/>
                    <a:pt x="544" y="12"/>
                  </a:cubicBezTo>
                  <a:moveTo>
                    <a:pt x="544" y="1089"/>
                  </a:moveTo>
                  <a:cubicBezTo>
                    <a:pt x="244" y="1089"/>
                    <a:pt x="0" y="845"/>
                    <a:pt x="0" y="544"/>
                  </a:cubicBezTo>
                  <a:cubicBezTo>
                    <a:pt x="0" y="244"/>
                    <a:pt x="244" y="0"/>
                    <a:pt x="544" y="0"/>
                  </a:cubicBezTo>
                  <a:cubicBezTo>
                    <a:pt x="845" y="0"/>
                    <a:pt x="1089" y="244"/>
                    <a:pt x="1089" y="544"/>
                  </a:cubicBezTo>
                  <a:cubicBezTo>
                    <a:pt x="1089" y="845"/>
                    <a:pt x="845" y="1089"/>
                    <a:pt x="544" y="1089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53"/>
            <p:cNvSpPr/>
            <p:nvPr/>
          </p:nvSpPr>
          <p:spPr>
            <a:xfrm>
              <a:off x="4736520" y="2624400"/>
              <a:ext cx="246600" cy="246600"/>
            </a:xfrm>
            <a:custGeom>
              <a:rect b="b" l="l" r="r" t="t"/>
              <a:pathLst>
                <a:path extrusionOk="0" h="685" w="685">
                  <a:moveTo>
                    <a:pt x="342" y="13"/>
                  </a:moveTo>
                  <a:cubicBezTo>
                    <a:pt x="161" y="13"/>
                    <a:pt x="13" y="161"/>
                    <a:pt x="13" y="342"/>
                  </a:cubicBezTo>
                  <a:cubicBezTo>
                    <a:pt x="13" y="524"/>
                    <a:pt x="161" y="672"/>
                    <a:pt x="342" y="672"/>
                  </a:cubicBezTo>
                  <a:cubicBezTo>
                    <a:pt x="524" y="672"/>
                    <a:pt x="672" y="524"/>
                    <a:pt x="672" y="342"/>
                  </a:cubicBezTo>
                  <a:cubicBezTo>
                    <a:pt x="672" y="161"/>
                    <a:pt x="524" y="13"/>
                    <a:pt x="342" y="13"/>
                  </a:cubicBezTo>
                  <a:moveTo>
                    <a:pt x="342" y="685"/>
                  </a:moveTo>
                  <a:cubicBezTo>
                    <a:pt x="154" y="685"/>
                    <a:pt x="0" y="531"/>
                    <a:pt x="0" y="342"/>
                  </a:cubicBezTo>
                  <a:cubicBezTo>
                    <a:pt x="0" y="154"/>
                    <a:pt x="154" y="0"/>
                    <a:pt x="342" y="0"/>
                  </a:cubicBezTo>
                  <a:cubicBezTo>
                    <a:pt x="531" y="0"/>
                    <a:pt x="685" y="154"/>
                    <a:pt x="685" y="342"/>
                  </a:cubicBezTo>
                  <a:cubicBezTo>
                    <a:pt x="685" y="531"/>
                    <a:pt x="531" y="685"/>
                    <a:pt x="342" y="685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3"/>
            <p:cNvSpPr/>
            <p:nvPr/>
          </p:nvSpPr>
          <p:spPr>
            <a:xfrm>
              <a:off x="4809240" y="2697120"/>
              <a:ext cx="100800" cy="100800"/>
            </a:xfrm>
            <a:custGeom>
              <a:rect b="b" l="l" r="r" t="t"/>
              <a:pathLst>
                <a:path extrusionOk="0" h="280" w="280">
                  <a:moveTo>
                    <a:pt x="140" y="13"/>
                  </a:moveTo>
                  <a:cubicBezTo>
                    <a:pt x="70" y="13"/>
                    <a:pt x="13" y="70"/>
                    <a:pt x="13" y="140"/>
                  </a:cubicBezTo>
                  <a:cubicBezTo>
                    <a:pt x="13" y="211"/>
                    <a:pt x="70" y="268"/>
                    <a:pt x="140" y="268"/>
                  </a:cubicBezTo>
                  <a:cubicBezTo>
                    <a:pt x="211" y="268"/>
                    <a:pt x="268" y="211"/>
                    <a:pt x="268" y="140"/>
                  </a:cubicBezTo>
                  <a:cubicBezTo>
                    <a:pt x="268" y="70"/>
                    <a:pt x="211" y="13"/>
                    <a:pt x="140" y="13"/>
                  </a:cubicBezTo>
                  <a:moveTo>
                    <a:pt x="140" y="280"/>
                  </a:moveTo>
                  <a:cubicBezTo>
                    <a:pt x="63" y="280"/>
                    <a:pt x="0" y="218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8" y="0"/>
                    <a:pt x="280" y="63"/>
                    <a:pt x="280" y="140"/>
                  </a:cubicBezTo>
                  <a:cubicBezTo>
                    <a:pt x="280" y="218"/>
                    <a:pt x="218" y="280"/>
                    <a:pt x="140" y="280"/>
                  </a:cubicBezTo>
                  <a:close/>
                </a:path>
              </a:pathLst>
            </a:custGeom>
            <a:solidFill>
              <a:srgbClr val="F9E0C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5" name="Google Shape;1385;p53"/>
          <p:cNvSpPr/>
          <p:nvPr/>
        </p:nvSpPr>
        <p:spPr>
          <a:xfrm flipH="1">
            <a:off x="7695735" y="-814597"/>
            <a:ext cx="1971650" cy="1971625"/>
          </a:xfrm>
          <a:custGeom>
            <a:rect b="b" l="l" r="r" t="t"/>
            <a:pathLst>
              <a:path extrusionOk="0" h="3312" w="3312">
                <a:moveTo>
                  <a:pt x="1656" y="0"/>
                </a:moveTo>
                <a:cubicBezTo>
                  <a:pt x="741" y="0"/>
                  <a:pt x="0" y="742"/>
                  <a:pt x="0" y="1657"/>
                </a:cubicBezTo>
                <a:cubicBezTo>
                  <a:pt x="0" y="2571"/>
                  <a:pt x="741" y="3312"/>
                  <a:pt x="1656" y="3312"/>
                </a:cubicBezTo>
                <a:cubicBezTo>
                  <a:pt x="2570" y="3312"/>
                  <a:pt x="3312" y="2571"/>
                  <a:pt x="3312" y="1657"/>
                </a:cubicBezTo>
                <a:cubicBezTo>
                  <a:pt x="3312" y="742"/>
                  <a:pt x="2570" y="0"/>
                  <a:pt x="16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53"/>
          <p:cNvSpPr/>
          <p:nvPr/>
        </p:nvSpPr>
        <p:spPr>
          <a:xfrm flipH="1">
            <a:off x="8304809" y="623460"/>
            <a:ext cx="1671840" cy="1671840"/>
          </a:xfrm>
          <a:custGeom>
            <a:rect b="b" l="l" r="r" t="t"/>
            <a:pathLst>
              <a:path extrusionOk="0" h="4644" w="4644">
                <a:moveTo>
                  <a:pt x="2322" y="0"/>
                </a:moveTo>
                <a:cubicBezTo>
                  <a:pt x="1040" y="0"/>
                  <a:pt x="0" y="1039"/>
                  <a:pt x="0" y="2322"/>
                </a:cubicBezTo>
                <a:cubicBezTo>
                  <a:pt x="0" y="3604"/>
                  <a:pt x="1040" y="4644"/>
                  <a:pt x="2322" y="4644"/>
                </a:cubicBezTo>
                <a:cubicBezTo>
                  <a:pt x="3605" y="4644"/>
                  <a:pt x="4644" y="3604"/>
                  <a:pt x="4644" y="2322"/>
                </a:cubicBezTo>
                <a:cubicBezTo>
                  <a:pt x="4644" y="1039"/>
                  <a:pt x="3605" y="0"/>
                  <a:pt x="2322" y="0"/>
                </a:cubicBezTo>
                <a:close/>
              </a:path>
            </a:pathLst>
          </a:custGeom>
          <a:noFill/>
          <a:ln cap="flat" cmpd="sng" w="9525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1" anchor="ctr" bIns="47875" lIns="92875" spcFirstLastPara="1" rIns="92875" wrap="square" tIns="47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7" name="Google Shape;1387;p53"/>
          <p:cNvGrpSpPr/>
          <p:nvPr/>
        </p:nvGrpSpPr>
        <p:grpSpPr>
          <a:xfrm>
            <a:off x="1051625" y="244925"/>
            <a:ext cx="751800" cy="751800"/>
            <a:chOff x="8119650" y="2359925"/>
            <a:chExt cx="751800" cy="751800"/>
          </a:xfrm>
        </p:grpSpPr>
        <p:sp>
          <p:nvSpPr>
            <p:cNvPr id="1388" name="Google Shape;1388;p53"/>
            <p:cNvSpPr/>
            <p:nvPr/>
          </p:nvSpPr>
          <p:spPr>
            <a:xfrm flipH="1" rot="10800000">
              <a:off x="8119650" y="2359925"/>
              <a:ext cx="751800" cy="751800"/>
            </a:xfrm>
            <a:prstGeom prst="ellipse">
              <a:avLst/>
            </a:prstGeom>
            <a:solidFill>
              <a:schemeClr val="accent3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389" name="Google Shape;1389;p53"/>
            <p:cNvGrpSpPr/>
            <p:nvPr/>
          </p:nvGrpSpPr>
          <p:grpSpPr>
            <a:xfrm>
              <a:off x="8298204" y="2538970"/>
              <a:ext cx="394687" cy="393714"/>
              <a:chOff x="-20946600" y="3317850"/>
              <a:chExt cx="304825" cy="304050"/>
            </a:xfrm>
          </p:grpSpPr>
          <p:sp>
            <p:nvSpPr>
              <p:cNvPr id="1390" name="Google Shape;1390;p53"/>
              <p:cNvSpPr/>
              <p:nvPr/>
            </p:nvSpPr>
            <p:spPr>
              <a:xfrm>
                <a:off x="-20946600" y="3317850"/>
                <a:ext cx="232350" cy="248925"/>
              </a:xfrm>
              <a:custGeom>
                <a:rect b="b" l="l" r="r" t="t"/>
                <a:pathLst>
                  <a:path extrusionOk="0" h="9957" w="9294">
                    <a:moveTo>
                      <a:pt x="4631" y="1"/>
                    </a:moveTo>
                    <a:cubicBezTo>
                      <a:pt x="3340" y="1"/>
                      <a:pt x="2268" y="977"/>
                      <a:pt x="2142" y="2237"/>
                    </a:cubicBezTo>
                    <a:cubicBezTo>
                      <a:pt x="1292" y="2521"/>
                      <a:pt x="693" y="3340"/>
                      <a:pt x="693" y="4254"/>
                    </a:cubicBezTo>
                    <a:cubicBezTo>
                      <a:pt x="693" y="4695"/>
                      <a:pt x="819" y="5073"/>
                      <a:pt x="1040" y="5451"/>
                    </a:cubicBezTo>
                    <a:cubicBezTo>
                      <a:pt x="378" y="5923"/>
                      <a:pt x="0" y="6648"/>
                      <a:pt x="0" y="7499"/>
                    </a:cubicBezTo>
                    <a:cubicBezTo>
                      <a:pt x="0" y="8853"/>
                      <a:pt x="1134" y="9956"/>
                      <a:pt x="2520" y="9956"/>
                    </a:cubicBezTo>
                    <a:lnTo>
                      <a:pt x="4316" y="9956"/>
                    </a:lnTo>
                    <a:lnTo>
                      <a:pt x="4316" y="8349"/>
                    </a:lnTo>
                    <a:lnTo>
                      <a:pt x="2962" y="7026"/>
                    </a:lnTo>
                    <a:cubicBezTo>
                      <a:pt x="2804" y="6869"/>
                      <a:pt x="2804" y="6648"/>
                      <a:pt x="2962" y="6491"/>
                    </a:cubicBezTo>
                    <a:cubicBezTo>
                      <a:pt x="3040" y="6412"/>
                      <a:pt x="3135" y="6372"/>
                      <a:pt x="3229" y="6372"/>
                    </a:cubicBezTo>
                    <a:cubicBezTo>
                      <a:pt x="3324" y="6372"/>
                      <a:pt x="3418" y="6412"/>
                      <a:pt x="3497" y="6491"/>
                    </a:cubicBezTo>
                    <a:lnTo>
                      <a:pt x="4316" y="7341"/>
                    </a:lnTo>
                    <a:lnTo>
                      <a:pt x="4316" y="5482"/>
                    </a:lnTo>
                    <a:lnTo>
                      <a:pt x="2962" y="4128"/>
                    </a:lnTo>
                    <a:cubicBezTo>
                      <a:pt x="2804" y="3970"/>
                      <a:pt x="2804" y="3781"/>
                      <a:pt x="2962" y="3624"/>
                    </a:cubicBezTo>
                    <a:cubicBezTo>
                      <a:pt x="3040" y="3545"/>
                      <a:pt x="3135" y="3505"/>
                      <a:pt x="3229" y="3505"/>
                    </a:cubicBezTo>
                    <a:cubicBezTo>
                      <a:pt x="3324" y="3505"/>
                      <a:pt x="3418" y="3545"/>
                      <a:pt x="3497" y="3624"/>
                    </a:cubicBezTo>
                    <a:lnTo>
                      <a:pt x="4316" y="4443"/>
                    </a:lnTo>
                    <a:lnTo>
                      <a:pt x="4316" y="2458"/>
                    </a:lnTo>
                    <a:cubicBezTo>
                      <a:pt x="4316" y="2237"/>
                      <a:pt x="4474" y="2080"/>
                      <a:pt x="4663" y="2080"/>
                    </a:cubicBezTo>
                    <a:cubicBezTo>
                      <a:pt x="4852" y="2080"/>
                      <a:pt x="5009" y="2237"/>
                      <a:pt x="5009" y="2458"/>
                    </a:cubicBezTo>
                    <a:lnTo>
                      <a:pt x="5009" y="5860"/>
                    </a:lnTo>
                    <a:lnTo>
                      <a:pt x="5860" y="5041"/>
                    </a:lnTo>
                    <a:cubicBezTo>
                      <a:pt x="5939" y="4963"/>
                      <a:pt x="6025" y="4923"/>
                      <a:pt x="6112" y="4923"/>
                    </a:cubicBezTo>
                    <a:cubicBezTo>
                      <a:pt x="6199" y="4923"/>
                      <a:pt x="6285" y="4963"/>
                      <a:pt x="6364" y="5041"/>
                    </a:cubicBezTo>
                    <a:cubicBezTo>
                      <a:pt x="6522" y="5199"/>
                      <a:pt x="6522" y="5388"/>
                      <a:pt x="6364" y="5545"/>
                    </a:cubicBezTo>
                    <a:lnTo>
                      <a:pt x="5009" y="6900"/>
                    </a:lnTo>
                    <a:lnTo>
                      <a:pt x="5009" y="9956"/>
                    </a:lnTo>
                    <a:lnTo>
                      <a:pt x="6805" y="9956"/>
                    </a:lnTo>
                    <a:cubicBezTo>
                      <a:pt x="8160" y="9956"/>
                      <a:pt x="9294" y="8853"/>
                      <a:pt x="9294" y="7499"/>
                    </a:cubicBezTo>
                    <a:cubicBezTo>
                      <a:pt x="9294" y="6648"/>
                      <a:pt x="8884" y="5923"/>
                      <a:pt x="8223" y="5451"/>
                    </a:cubicBezTo>
                    <a:cubicBezTo>
                      <a:pt x="8443" y="5073"/>
                      <a:pt x="8569" y="4695"/>
                      <a:pt x="8569" y="4254"/>
                    </a:cubicBezTo>
                    <a:cubicBezTo>
                      <a:pt x="8569" y="3340"/>
                      <a:pt x="7971" y="2521"/>
                      <a:pt x="7120" y="2237"/>
                    </a:cubicBezTo>
                    <a:cubicBezTo>
                      <a:pt x="6994" y="977"/>
                      <a:pt x="5923" y="1"/>
                      <a:pt x="4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53"/>
              <p:cNvSpPr/>
              <p:nvPr/>
            </p:nvSpPr>
            <p:spPr>
              <a:xfrm>
                <a:off x="-20775700" y="3318650"/>
                <a:ext cx="133925" cy="249700"/>
              </a:xfrm>
              <a:custGeom>
                <a:rect b="b" l="l" r="r" t="t"/>
                <a:pathLst>
                  <a:path extrusionOk="0" h="9988" w="5357">
                    <a:moveTo>
                      <a:pt x="694" y="0"/>
                    </a:moveTo>
                    <a:cubicBezTo>
                      <a:pt x="473" y="0"/>
                      <a:pt x="253" y="32"/>
                      <a:pt x="1" y="126"/>
                    </a:cubicBezTo>
                    <a:cubicBezTo>
                      <a:pt x="473" y="567"/>
                      <a:pt x="820" y="1103"/>
                      <a:pt x="977" y="1764"/>
                    </a:cubicBezTo>
                    <a:cubicBezTo>
                      <a:pt x="1891" y="2300"/>
                      <a:pt x="2490" y="3245"/>
                      <a:pt x="2490" y="4285"/>
                    </a:cubicBezTo>
                    <a:cubicBezTo>
                      <a:pt x="2490" y="4663"/>
                      <a:pt x="2395" y="4978"/>
                      <a:pt x="2269" y="5293"/>
                    </a:cubicBezTo>
                    <a:cubicBezTo>
                      <a:pt x="2836" y="5860"/>
                      <a:pt x="3183" y="6648"/>
                      <a:pt x="3183" y="7498"/>
                    </a:cubicBezTo>
                    <a:cubicBezTo>
                      <a:pt x="3183" y="8506"/>
                      <a:pt x="2710" y="9389"/>
                      <a:pt x="1985" y="9987"/>
                    </a:cubicBezTo>
                    <a:lnTo>
                      <a:pt x="2836" y="9987"/>
                    </a:lnTo>
                    <a:cubicBezTo>
                      <a:pt x="4222" y="9987"/>
                      <a:pt x="5325" y="8853"/>
                      <a:pt x="5325" y="7498"/>
                    </a:cubicBezTo>
                    <a:cubicBezTo>
                      <a:pt x="5357" y="6679"/>
                      <a:pt x="4915" y="5891"/>
                      <a:pt x="4285" y="5450"/>
                    </a:cubicBezTo>
                    <a:cubicBezTo>
                      <a:pt x="4537" y="5104"/>
                      <a:pt x="4632" y="4694"/>
                      <a:pt x="4632" y="4253"/>
                    </a:cubicBezTo>
                    <a:cubicBezTo>
                      <a:pt x="4632" y="3340"/>
                      <a:pt x="4065" y="2520"/>
                      <a:pt x="3183" y="2237"/>
                    </a:cubicBezTo>
                    <a:cubicBezTo>
                      <a:pt x="3057" y="977"/>
                      <a:pt x="2017" y="0"/>
                      <a:pt x="6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53"/>
              <p:cNvSpPr/>
              <p:nvPr/>
            </p:nvSpPr>
            <p:spPr>
              <a:xfrm>
                <a:off x="-20890700" y="3586425"/>
                <a:ext cx="195375" cy="35475"/>
              </a:xfrm>
              <a:custGeom>
                <a:rect b="b" l="l" r="r" t="t"/>
                <a:pathLst>
                  <a:path extrusionOk="0" h="1419" w="7815">
                    <a:moveTo>
                      <a:pt x="2112" y="1"/>
                    </a:moveTo>
                    <a:lnTo>
                      <a:pt x="2112" y="725"/>
                    </a:lnTo>
                    <a:lnTo>
                      <a:pt x="347" y="725"/>
                    </a:lnTo>
                    <a:cubicBezTo>
                      <a:pt x="158" y="725"/>
                      <a:pt x="1" y="883"/>
                      <a:pt x="1" y="1072"/>
                    </a:cubicBezTo>
                    <a:cubicBezTo>
                      <a:pt x="1" y="1261"/>
                      <a:pt x="158" y="1418"/>
                      <a:pt x="347" y="1418"/>
                    </a:cubicBezTo>
                    <a:lnTo>
                      <a:pt x="7468" y="1418"/>
                    </a:lnTo>
                    <a:cubicBezTo>
                      <a:pt x="7657" y="1418"/>
                      <a:pt x="7814" y="1261"/>
                      <a:pt x="7814" y="1072"/>
                    </a:cubicBezTo>
                    <a:cubicBezTo>
                      <a:pt x="7814" y="883"/>
                      <a:pt x="7625" y="725"/>
                      <a:pt x="7436" y="725"/>
                    </a:cubicBezTo>
                    <a:lnTo>
                      <a:pt x="5672" y="725"/>
                    </a:lnTo>
                    <a:lnTo>
                      <a:pt x="5672" y="1"/>
                    </a:lnTo>
                    <a:lnTo>
                      <a:pt x="4947" y="1"/>
                    </a:lnTo>
                    <a:lnTo>
                      <a:pt x="4947" y="725"/>
                    </a:lnTo>
                    <a:lnTo>
                      <a:pt x="2836" y="725"/>
                    </a:lnTo>
                    <a:lnTo>
                      <a:pt x="28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3" name="Google Shape;1393;p53"/>
          <p:cNvGrpSpPr/>
          <p:nvPr/>
        </p:nvGrpSpPr>
        <p:grpSpPr>
          <a:xfrm>
            <a:off x="337313" y="996731"/>
            <a:ext cx="751800" cy="751800"/>
            <a:chOff x="7678963" y="1413956"/>
            <a:chExt cx="751800" cy="751800"/>
          </a:xfrm>
        </p:grpSpPr>
        <p:sp>
          <p:nvSpPr>
            <p:cNvPr id="1394" name="Google Shape;1394;p53"/>
            <p:cNvSpPr/>
            <p:nvPr/>
          </p:nvSpPr>
          <p:spPr>
            <a:xfrm>
              <a:off x="7678963" y="1413956"/>
              <a:ext cx="751800" cy="751800"/>
            </a:xfrm>
            <a:prstGeom prst="ellipse">
              <a:avLst/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999999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mbay"/>
                <a:ea typeface="Cambay"/>
                <a:cs typeface="Cambay"/>
                <a:sym typeface="Cambay"/>
              </a:endParaRPr>
            </a:p>
          </p:txBody>
        </p:sp>
        <p:grpSp>
          <p:nvGrpSpPr>
            <p:cNvPr id="1395" name="Google Shape;1395;p53"/>
            <p:cNvGrpSpPr/>
            <p:nvPr/>
          </p:nvGrpSpPr>
          <p:grpSpPr>
            <a:xfrm>
              <a:off x="7864828" y="1606289"/>
              <a:ext cx="380081" cy="367111"/>
              <a:chOff x="-38905225" y="3591875"/>
              <a:chExt cx="325300" cy="314200"/>
            </a:xfrm>
          </p:grpSpPr>
          <p:sp>
            <p:nvSpPr>
              <p:cNvPr id="1396" name="Google Shape;1396;p53"/>
              <p:cNvSpPr/>
              <p:nvPr/>
            </p:nvSpPr>
            <p:spPr>
              <a:xfrm>
                <a:off x="-38716975" y="3591875"/>
                <a:ext cx="137050" cy="131625"/>
              </a:xfrm>
              <a:custGeom>
                <a:rect b="b" l="l" r="r" t="t"/>
                <a:pathLst>
                  <a:path extrusionOk="0" h="5265" w="5482">
                    <a:moveTo>
                      <a:pt x="1543" y="1"/>
                    </a:moveTo>
                    <a:cubicBezTo>
                      <a:pt x="987" y="1"/>
                      <a:pt x="447" y="38"/>
                      <a:pt x="0" y="98"/>
                    </a:cubicBezTo>
                    <a:lnTo>
                      <a:pt x="5167" y="5265"/>
                    </a:lnTo>
                    <a:cubicBezTo>
                      <a:pt x="5482" y="3311"/>
                      <a:pt x="5198" y="1326"/>
                      <a:pt x="4568" y="696"/>
                    </a:cubicBezTo>
                    <a:cubicBezTo>
                      <a:pt x="4029" y="178"/>
                      <a:pt x="2751" y="1"/>
                      <a:pt x="15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53"/>
              <p:cNvSpPr/>
              <p:nvPr/>
            </p:nvSpPr>
            <p:spPr>
              <a:xfrm>
                <a:off x="-38905225" y="3774675"/>
                <a:ext cx="137075" cy="131400"/>
              </a:xfrm>
              <a:custGeom>
                <a:rect b="b" l="l" r="r" t="t"/>
                <a:pathLst>
                  <a:path extrusionOk="0" h="5256" w="5483">
                    <a:moveTo>
                      <a:pt x="316" y="0"/>
                    </a:moveTo>
                    <a:lnTo>
                      <a:pt x="316" y="0"/>
                    </a:lnTo>
                    <a:cubicBezTo>
                      <a:pt x="0" y="1922"/>
                      <a:pt x="253" y="3907"/>
                      <a:pt x="914" y="4569"/>
                    </a:cubicBezTo>
                    <a:cubicBezTo>
                      <a:pt x="1376" y="5031"/>
                      <a:pt x="2601" y="5256"/>
                      <a:pt x="3967" y="5256"/>
                    </a:cubicBezTo>
                    <a:cubicBezTo>
                      <a:pt x="4464" y="5256"/>
                      <a:pt x="4979" y="5226"/>
                      <a:pt x="5482" y="5167"/>
                    </a:cubicBezTo>
                    <a:lnTo>
                      <a:pt x="3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53"/>
              <p:cNvSpPr/>
              <p:nvPr/>
            </p:nvSpPr>
            <p:spPr>
              <a:xfrm>
                <a:off x="-38891050" y="3599025"/>
                <a:ext cx="298525" cy="300900"/>
              </a:xfrm>
              <a:custGeom>
                <a:rect b="b" l="l" r="r" t="t"/>
                <a:pathLst>
                  <a:path extrusionOk="0" h="12036" w="11941">
                    <a:moveTo>
                      <a:pt x="6349" y="2687"/>
                    </a:moveTo>
                    <a:cubicBezTo>
                      <a:pt x="6459" y="2687"/>
                      <a:pt x="6569" y="2726"/>
                      <a:pt x="6648" y="2805"/>
                    </a:cubicBezTo>
                    <a:lnTo>
                      <a:pt x="7593" y="3750"/>
                    </a:lnTo>
                    <a:lnTo>
                      <a:pt x="7719" y="3655"/>
                    </a:lnTo>
                    <a:cubicBezTo>
                      <a:pt x="7798" y="3577"/>
                      <a:pt x="7908" y="3537"/>
                      <a:pt x="8019" y="3537"/>
                    </a:cubicBezTo>
                    <a:cubicBezTo>
                      <a:pt x="8129" y="3537"/>
                      <a:pt x="8239" y="3577"/>
                      <a:pt x="8318" y="3655"/>
                    </a:cubicBezTo>
                    <a:cubicBezTo>
                      <a:pt x="8475" y="3813"/>
                      <a:pt x="8475" y="4065"/>
                      <a:pt x="8318" y="4222"/>
                    </a:cubicBezTo>
                    <a:lnTo>
                      <a:pt x="8192" y="4348"/>
                    </a:lnTo>
                    <a:lnTo>
                      <a:pt x="9137" y="5294"/>
                    </a:lnTo>
                    <a:cubicBezTo>
                      <a:pt x="9295" y="5451"/>
                      <a:pt x="9295" y="5735"/>
                      <a:pt x="9137" y="5892"/>
                    </a:cubicBezTo>
                    <a:cubicBezTo>
                      <a:pt x="9058" y="5971"/>
                      <a:pt x="8948" y="6010"/>
                      <a:pt x="8838" y="6010"/>
                    </a:cubicBezTo>
                    <a:cubicBezTo>
                      <a:pt x="8727" y="6010"/>
                      <a:pt x="8617" y="5971"/>
                      <a:pt x="8538" y="5892"/>
                    </a:cubicBezTo>
                    <a:lnTo>
                      <a:pt x="7593" y="4947"/>
                    </a:lnTo>
                    <a:lnTo>
                      <a:pt x="6522" y="6018"/>
                    </a:lnTo>
                    <a:lnTo>
                      <a:pt x="7467" y="6963"/>
                    </a:lnTo>
                    <a:cubicBezTo>
                      <a:pt x="7625" y="7089"/>
                      <a:pt x="7625" y="7373"/>
                      <a:pt x="7467" y="7530"/>
                    </a:cubicBezTo>
                    <a:cubicBezTo>
                      <a:pt x="7388" y="7609"/>
                      <a:pt x="7286" y="7649"/>
                      <a:pt x="7184" y="7649"/>
                    </a:cubicBezTo>
                    <a:cubicBezTo>
                      <a:pt x="7081" y="7649"/>
                      <a:pt x="6979" y="7609"/>
                      <a:pt x="6900" y="7530"/>
                    </a:cubicBezTo>
                    <a:lnTo>
                      <a:pt x="5955" y="6585"/>
                    </a:lnTo>
                    <a:lnTo>
                      <a:pt x="4884" y="7656"/>
                    </a:lnTo>
                    <a:lnTo>
                      <a:pt x="5829" y="8602"/>
                    </a:lnTo>
                    <a:cubicBezTo>
                      <a:pt x="5987" y="8759"/>
                      <a:pt x="5987" y="9043"/>
                      <a:pt x="5829" y="9200"/>
                    </a:cubicBezTo>
                    <a:cubicBezTo>
                      <a:pt x="5750" y="9279"/>
                      <a:pt x="5640" y="9318"/>
                      <a:pt x="5530" y="9318"/>
                    </a:cubicBezTo>
                    <a:cubicBezTo>
                      <a:pt x="5419" y="9318"/>
                      <a:pt x="5309" y="9279"/>
                      <a:pt x="5230" y="9200"/>
                    </a:cubicBezTo>
                    <a:lnTo>
                      <a:pt x="4285" y="8255"/>
                    </a:lnTo>
                    <a:lnTo>
                      <a:pt x="4159" y="8381"/>
                    </a:lnTo>
                    <a:cubicBezTo>
                      <a:pt x="4080" y="8460"/>
                      <a:pt x="3978" y="8499"/>
                      <a:pt x="3876" y="8499"/>
                    </a:cubicBezTo>
                    <a:cubicBezTo>
                      <a:pt x="3773" y="8499"/>
                      <a:pt x="3671" y="8460"/>
                      <a:pt x="3592" y="8381"/>
                    </a:cubicBezTo>
                    <a:cubicBezTo>
                      <a:pt x="3435" y="8224"/>
                      <a:pt x="3435" y="7940"/>
                      <a:pt x="3592" y="7782"/>
                    </a:cubicBezTo>
                    <a:lnTo>
                      <a:pt x="3687" y="7656"/>
                    </a:lnTo>
                    <a:lnTo>
                      <a:pt x="2742" y="6711"/>
                    </a:lnTo>
                    <a:cubicBezTo>
                      <a:pt x="2584" y="6554"/>
                      <a:pt x="2584" y="6270"/>
                      <a:pt x="2742" y="6113"/>
                    </a:cubicBezTo>
                    <a:cubicBezTo>
                      <a:pt x="2820" y="6034"/>
                      <a:pt x="2931" y="5995"/>
                      <a:pt x="3041" y="5995"/>
                    </a:cubicBezTo>
                    <a:cubicBezTo>
                      <a:pt x="3151" y="5995"/>
                      <a:pt x="3261" y="6034"/>
                      <a:pt x="3340" y="6113"/>
                    </a:cubicBezTo>
                    <a:lnTo>
                      <a:pt x="4285" y="7058"/>
                    </a:lnTo>
                    <a:lnTo>
                      <a:pt x="5356" y="6018"/>
                    </a:lnTo>
                    <a:lnTo>
                      <a:pt x="4411" y="5073"/>
                    </a:lnTo>
                    <a:cubicBezTo>
                      <a:pt x="4254" y="4916"/>
                      <a:pt x="4254" y="4632"/>
                      <a:pt x="4411" y="4474"/>
                    </a:cubicBezTo>
                    <a:cubicBezTo>
                      <a:pt x="4490" y="4396"/>
                      <a:pt x="4600" y="4356"/>
                      <a:pt x="4711" y="4356"/>
                    </a:cubicBezTo>
                    <a:cubicBezTo>
                      <a:pt x="4821" y="4356"/>
                      <a:pt x="4931" y="4396"/>
                      <a:pt x="5010" y="4474"/>
                    </a:cubicBezTo>
                    <a:lnTo>
                      <a:pt x="5955" y="5420"/>
                    </a:lnTo>
                    <a:lnTo>
                      <a:pt x="6995" y="4348"/>
                    </a:lnTo>
                    <a:lnTo>
                      <a:pt x="6050" y="3403"/>
                    </a:lnTo>
                    <a:cubicBezTo>
                      <a:pt x="5892" y="3246"/>
                      <a:pt x="5892" y="2962"/>
                      <a:pt x="6050" y="2805"/>
                    </a:cubicBezTo>
                    <a:cubicBezTo>
                      <a:pt x="6128" y="2726"/>
                      <a:pt x="6239" y="2687"/>
                      <a:pt x="6349" y="2687"/>
                    </a:cubicBezTo>
                    <a:close/>
                    <a:moveTo>
                      <a:pt x="5987" y="1"/>
                    </a:moveTo>
                    <a:cubicBezTo>
                      <a:pt x="2805" y="757"/>
                      <a:pt x="788" y="3025"/>
                      <a:pt x="1" y="6081"/>
                    </a:cubicBezTo>
                    <a:lnTo>
                      <a:pt x="5955" y="12036"/>
                    </a:lnTo>
                    <a:cubicBezTo>
                      <a:pt x="9106" y="11248"/>
                      <a:pt x="11153" y="9043"/>
                      <a:pt x="11941" y="5955"/>
                    </a:cubicBezTo>
                    <a:lnTo>
                      <a:pt x="59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9" name="Google Shape;1399;p53"/>
          <p:cNvGrpSpPr/>
          <p:nvPr/>
        </p:nvGrpSpPr>
        <p:grpSpPr>
          <a:xfrm>
            <a:off x="7584225" y="4608575"/>
            <a:ext cx="958167" cy="239549"/>
            <a:chOff x="7380000" y="1200450"/>
            <a:chExt cx="958167" cy="239549"/>
          </a:xfrm>
        </p:grpSpPr>
        <p:sp>
          <p:nvSpPr>
            <p:cNvPr id="1400" name="Google Shape;1400;p53"/>
            <p:cNvSpPr/>
            <p:nvPr/>
          </p:nvSpPr>
          <p:spPr>
            <a:xfrm>
              <a:off x="7499771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53"/>
            <p:cNvSpPr/>
            <p:nvPr/>
          </p:nvSpPr>
          <p:spPr>
            <a:xfrm>
              <a:off x="7380000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3"/>
            <p:cNvSpPr/>
            <p:nvPr/>
          </p:nvSpPr>
          <p:spPr>
            <a:xfrm>
              <a:off x="7859084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3"/>
            <p:cNvSpPr/>
            <p:nvPr/>
          </p:nvSpPr>
          <p:spPr>
            <a:xfrm>
              <a:off x="7739081" y="1320225"/>
              <a:ext cx="239773" cy="0"/>
            </a:xfrm>
            <a:custGeom>
              <a:rect b="b" l="l" r="r" t="t"/>
              <a:pathLst>
                <a:path extrusionOk="0" h="120000" w="1035">
                  <a:moveTo>
                    <a:pt x="1035" y="0"/>
                  </a:moveTo>
                  <a:lnTo>
                    <a:pt x="0" y="0"/>
                  </a:lnTo>
                  <a:lnTo>
                    <a:pt x="10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53"/>
            <p:cNvSpPr/>
            <p:nvPr/>
          </p:nvSpPr>
          <p:spPr>
            <a:xfrm>
              <a:off x="8218165" y="1200450"/>
              <a:ext cx="0" cy="239549"/>
            </a:xfrm>
            <a:custGeom>
              <a:rect b="b" l="l" r="r" t="t"/>
              <a:pathLst>
                <a:path extrusionOk="0" h="1034" w="120000">
                  <a:moveTo>
                    <a:pt x="0" y="0"/>
                  </a:moveTo>
                  <a:lnTo>
                    <a:pt x="0" y="10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47875" lIns="92875" spcFirstLastPara="1" rIns="92875" wrap="square" tIns="47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53"/>
            <p:cNvSpPr/>
            <p:nvPr/>
          </p:nvSpPr>
          <p:spPr>
            <a:xfrm>
              <a:off x="8098163" y="1320225"/>
              <a:ext cx="240005" cy="0"/>
            </a:xfrm>
            <a:custGeom>
              <a:rect b="b" l="l" r="r" t="t"/>
              <a:pathLst>
                <a:path extrusionOk="0" h="120000" w="1036">
                  <a:moveTo>
                    <a:pt x="1036" y="0"/>
                  </a:moveTo>
                  <a:lnTo>
                    <a:pt x="0" y="0"/>
                  </a:lnTo>
                  <a:lnTo>
                    <a:pt x="1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bevel/>
              <a:headEnd len="sm" w="sm" type="none"/>
              <a:tailEnd len="sm" w="sm" type="none"/>
            </a:ln>
          </p:spPr>
          <p:txBody>
            <a:bodyPr anchorCtr="1" anchor="ctr" bIns="0" lIns="92875" spcFirstLastPara="1" rIns="92875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6" name="Google Shape;1406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3" name="Google Shape;1413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14" name="Google Shape;141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7" name="Google Shape;141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0" name="Google Shape;142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1" name="Google Shape;142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4" name="Google Shape;1424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5" name="Google Shape;1425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6" name="Google Shape;142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9" name="Google Shape;142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32" name="Google Shape;1432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33" name="Google Shape;143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36" name="Google Shape;143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40" name="Google Shape;1440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1" name="Google Shape;1441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2" name="Google Shape;144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45" name="Google Shape;1445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6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48" name="Google Shape;1448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9" name="Google Shape;1449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5517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fa Slab One"/>
              <a:buNone/>
              <a:defRPr sz="26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ay"/>
              <a:buChar char="●"/>
              <a:defRPr sz="18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○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■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●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○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■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●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○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ay"/>
              <a:buChar char="■"/>
              <a:defRPr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9" name="Google Shape;140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10" name="Google Shape;141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6" name="Google Shape;145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295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66"/>
          <p:cNvSpPr txBox="1"/>
          <p:nvPr>
            <p:ph type="ctrTitle"/>
          </p:nvPr>
        </p:nvSpPr>
        <p:spPr>
          <a:xfrm rot="-226">
            <a:off x="-13050" y="681276"/>
            <a:ext cx="9144000" cy="121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pt-BR" sz="3300"/>
              <a:t>ÁRVORES</a:t>
            </a:r>
            <a:endParaRPr sz="3300"/>
          </a:p>
        </p:txBody>
      </p:sp>
      <p:sp>
        <p:nvSpPr>
          <p:cNvPr id="1458" name="Google Shape;1458;p66"/>
          <p:cNvSpPr txBox="1"/>
          <p:nvPr>
            <p:ph idx="1" type="subTitle"/>
          </p:nvPr>
        </p:nvSpPr>
        <p:spPr>
          <a:xfrm>
            <a:off x="4681350" y="3213958"/>
            <a:ext cx="4324500" cy="3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pt-BR" sz="2000"/>
              <a:t>Prof. Dr.</a:t>
            </a:r>
            <a:r>
              <a:rPr lang="pt-BR" sz="2000"/>
              <a:t> Clayton Kossoski</a:t>
            </a:r>
            <a:endParaRPr sz="2000"/>
          </a:p>
        </p:txBody>
      </p:sp>
      <p:sp>
        <p:nvSpPr>
          <p:cNvPr id="1459" name="Google Shape;1459;p66"/>
          <p:cNvSpPr txBox="1"/>
          <p:nvPr>
            <p:ph idx="1" type="subTitle"/>
          </p:nvPr>
        </p:nvSpPr>
        <p:spPr>
          <a:xfrm>
            <a:off x="46136" y="4667128"/>
            <a:ext cx="8856000" cy="3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pt-BR" sz="1500"/>
              <a:t>Tecnologia em Análise e Desenvolvimento de Sistemas - 2026-1</a:t>
            </a:r>
            <a:endParaRPr sz="1500"/>
          </a:p>
        </p:txBody>
      </p:sp>
      <p:pic>
        <p:nvPicPr>
          <p:cNvPr id="1460" name="Google Shape;1460;p66"/>
          <p:cNvPicPr preferRelativeResize="0"/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0" y="-657"/>
            <a:ext cx="9143999" cy="72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0425" y="329571"/>
            <a:ext cx="1900735" cy="3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675" y="2666804"/>
            <a:ext cx="1808528" cy="1806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66"/>
          <p:cNvSpPr txBox="1"/>
          <p:nvPr/>
        </p:nvSpPr>
        <p:spPr>
          <a:xfrm>
            <a:off x="46125" y="1721675"/>
            <a:ext cx="9084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900">
                <a:solidFill>
                  <a:schemeClr val="dk1"/>
                </a:solidFill>
                <a:latin typeface="Alfa Slab One"/>
                <a:ea typeface="Alfa Slab One"/>
                <a:cs typeface="Alfa Slab One"/>
                <a:sym typeface="Alfa Slab One"/>
              </a:rPr>
              <a:t>Estrutura de Dados</a:t>
            </a:r>
            <a:endParaRPr b="1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67"/>
          <p:cNvSpPr txBox="1"/>
          <p:nvPr/>
        </p:nvSpPr>
        <p:spPr>
          <a:xfrm>
            <a:off x="372625" y="179425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Definição</a:t>
            </a:r>
            <a:endParaRPr sz="22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469" name="Google Shape;1469;p67"/>
          <p:cNvSpPr txBox="1"/>
          <p:nvPr>
            <p:ph idx="1" type="body"/>
          </p:nvPr>
        </p:nvSpPr>
        <p:spPr>
          <a:xfrm>
            <a:off x="471450" y="858430"/>
            <a:ext cx="8361000" cy="2138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Diversas aplicações necessitam representar conjuntos de objetos e suas </a:t>
            </a:r>
            <a:r>
              <a:rPr lang="pt-BR" sz="2000" u="sng">
                <a:solidFill>
                  <a:schemeClr val="dk1"/>
                </a:solidFill>
                <a:highlight>
                  <a:srgbClr val="FFFF00"/>
                </a:highlight>
                <a:latin typeface="Cambay"/>
                <a:ea typeface="Cambay"/>
                <a:cs typeface="Cambay"/>
                <a:sym typeface="Cambay"/>
              </a:rPr>
              <a:t>relações hierárquicas</a:t>
            </a: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.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Uma árvore é uma abstração matemática utilizada para modelar estruturas hierárquicas de forma eficiente. 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Diferentemente das estruturas lineares, as árvores são estruturas de dados não lineares, compostas por nós interligados que representam relações de ancestralidade e descendência entre os elementos.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cxnSp>
        <p:nvCxnSpPr>
          <p:cNvPr id="1470" name="Google Shape;1470;p67"/>
          <p:cNvCxnSpPr/>
          <p:nvPr/>
        </p:nvCxnSpPr>
        <p:spPr>
          <a:xfrm>
            <a:off x="355200" y="687150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1" name="Google Shape;1471;p67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8"/>
          <p:cNvSpPr txBox="1"/>
          <p:nvPr/>
        </p:nvSpPr>
        <p:spPr>
          <a:xfrm>
            <a:off x="372625" y="1776904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Exemplos de estruturas hierárquicas</a:t>
            </a:r>
            <a:endParaRPr sz="24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cxnSp>
        <p:nvCxnSpPr>
          <p:cNvPr id="1477" name="Google Shape;1477;p68"/>
          <p:cNvCxnSpPr/>
          <p:nvPr/>
        </p:nvCxnSpPr>
        <p:spPr>
          <a:xfrm>
            <a:off x="355200" y="2284629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8" name="Google Shape;1478;p68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9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484" name="Google Shape;14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321" y="152400"/>
            <a:ext cx="6231192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0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490" name="Google Shape;14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543" y="142349"/>
            <a:ext cx="4295025" cy="48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1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496" name="Google Shape;149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900" y="220000"/>
            <a:ext cx="4061350" cy="47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72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02" name="Google Shape;150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949" y="204075"/>
            <a:ext cx="4228750" cy="463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73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08" name="Google Shape;150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505" y="243181"/>
            <a:ext cx="4979776" cy="46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74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14" name="Google Shape;151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998" y="163900"/>
            <a:ext cx="4907175" cy="475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75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20" name="Google Shape;152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224" y="137300"/>
            <a:ext cx="4803551" cy="47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76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26" name="Google Shape;15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689" y="231377"/>
            <a:ext cx="5222700" cy="46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77"/>
          <p:cNvSpPr txBox="1"/>
          <p:nvPr/>
        </p:nvSpPr>
        <p:spPr>
          <a:xfrm>
            <a:off x="372625" y="1776904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Conceitos de grafo</a:t>
            </a:r>
            <a:endParaRPr sz="24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cxnSp>
        <p:nvCxnSpPr>
          <p:cNvPr id="1532" name="Google Shape;1532;p77"/>
          <p:cNvCxnSpPr/>
          <p:nvPr/>
        </p:nvCxnSpPr>
        <p:spPr>
          <a:xfrm>
            <a:off x="355200" y="2284629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3" name="Google Shape;1533;p77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9F0"/>
        </a:solidFill>
      </p:bgPr>
    </p:bg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78"/>
          <p:cNvSpPr txBox="1"/>
          <p:nvPr/>
        </p:nvSpPr>
        <p:spPr>
          <a:xfrm>
            <a:off x="372625" y="179425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Árvore como um tipo especial de grafo</a:t>
            </a:r>
            <a:endParaRPr sz="22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39" name="Google Shape;1539;p78"/>
          <p:cNvSpPr txBox="1"/>
          <p:nvPr>
            <p:ph idx="1" type="body"/>
          </p:nvPr>
        </p:nvSpPr>
        <p:spPr>
          <a:xfrm>
            <a:off x="471450" y="858430"/>
            <a:ext cx="8361000" cy="2138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Uma árvore é um tipo especial de grafo.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É definida por um conjunto de nós (ou vértices) e arestas.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Existe exatamente um caminho entre quaisquer dois vértices da árvore.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rPr>
              <a:t>Caracteriza-se por ser um grafo não direcionado, conexo e acíclico, ou seja, todos os vértices estão conectados e não há ciclos.</a:t>
            </a:r>
            <a:endParaRPr sz="2000">
              <a:solidFill>
                <a:schemeClr val="dk1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cxnSp>
        <p:nvCxnSpPr>
          <p:cNvPr id="1540" name="Google Shape;1540;p78"/>
          <p:cNvCxnSpPr/>
          <p:nvPr/>
        </p:nvCxnSpPr>
        <p:spPr>
          <a:xfrm>
            <a:off x="355200" y="687150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1" name="Google Shape;1541;p78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42" name="Google Shape;154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000" y="3005436"/>
            <a:ext cx="2741752" cy="184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79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sp>
        <p:nvSpPr>
          <p:cNvPr id="1548" name="Google Shape;1548;p79"/>
          <p:cNvSpPr/>
          <p:nvPr/>
        </p:nvSpPr>
        <p:spPr>
          <a:xfrm>
            <a:off x="36733" y="1118355"/>
            <a:ext cx="1548300" cy="243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79"/>
          <p:cNvSpPr/>
          <p:nvPr/>
        </p:nvSpPr>
        <p:spPr>
          <a:xfrm>
            <a:off x="8597176" y="4327520"/>
            <a:ext cx="414600" cy="29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80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81"/>
          <p:cNvSpPr txBox="1"/>
          <p:nvPr/>
        </p:nvSpPr>
        <p:spPr>
          <a:xfrm>
            <a:off x="372625" y="1776904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Conceitos de árvores</a:t>
            </a:r>
            <a:endParaRPr sz="24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cxnSp>
        <p:nvCxnSpPr>
          <p:cNvPr id="1560" name="Google Shape;1560;p81"/>
          <p:cNvCxnSpPr/>
          <p:nvPr/>
        </p:nvCxnSpPr>
        <p:spPr>
          <a:xfrm>
            <a:off x="355200" y="2284629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1" name="Google Shape;1561;p81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82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83"/>
          <p:cNvSpPr txBox="1"/>
          <p:nvPr/>
        </p:nvSpPr>
        <p:spPr>
          <a:xfrm>
            <a:off x="372625" y="1776904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Tipos</a:t>
            </a:r>
            <a:r>
              <a:rPr lang="pt-BR" sz="24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 de árvores</a:t>
            </a:r>
            <a:endParaRPr sz="24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cxnSp>
        <p:nvCxnSpPr>
          <p:cNvPr id="1572" name="Google Shape;1572;p83"/>
          <p:cNvCxnSpPr/>
          <p:nvPr/>
        </p:nvCxnSpPr>
        <p:spPr>
          <a:xfrm>
            <a:off x="355200" y="2284629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83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84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79" name="Google Shape;1579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4" y="61544"/>
            <a:ext cx="678125" cy="5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84"/>
          <p:cNvSpPr/>
          <p:nvPr/>
        </p:nvSpPr>
        <p:spPr>
          <a:xfrm>
            <a:off x="2052141" y="586523"/>
            <a:ext cx="1805400" cy="204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84"/>
          <p:cNvSpPr/>
          <p:nvPr/>
        </p:nvSpPr>
        <p:spPr>
          <a:xfrm>
            <a:off x="8597176" y="4196308"/>
            <a:ext cx="414600" cy="29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85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86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592" name="Google Shape;159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4" y="52669"/>
            <a:ext cx="678125" cy="5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87"/>
          <p:cNvSpPr txBox="1"/>
          <p:nvPr/>
        </p:nvSpPr>
        <p:spPr>
          <a:xfrm>
            <a:off x="372625" y="1776904"/>
            <a:ext cx="8771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403152"/>
                </a:solidFill>
                <a:latin typeface="Alfa Slab One"/>
                <a:ea typeface="Alfa Slab One"/>
                <a:cs typeface="Alfa Slab One"/>
                <a:sym typeface="Alfa Slab One"/>
              </a:rPr>
              <a:t>Tipos de representação de árvore binária</a:t>
            </a:r>
            <a:endParaRPr sz="2400">
              <a:solidFill>
                <a:srgbClr val="403152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cxnSp>
        <p:nvCxnSpPr>
          <p:cNvPr id="1598" name="Google Shape;1598;p87"/>
          <p:cNvCxnSpPr/>
          <p:nvPr/>
        </p:nvCxnSpPr>
        <p:spPr>
          <a:xfrm>
            <a:off x="355200" y="2284629"/>
            <a:ext cx="8735100" cy="5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9" name="Google Shape;1599;p87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88"/>
          <p:cNvSpPr txBox="1"/>
          <p:nvPr/>
        </p:nvSpPr>
        <p:spPr>
          <a:xfrm>
            <a:off x="8122800" y="4663225"/>
            <a:ext cx="772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00">
                <a:solidFill>
                  <a:srgbClr val="595959"/>
                </a:solidFill>
              </a:rPr>
              <a:t>‹#›</a:t>
            </a:fld>
            <a:endParaRPr sz="1300">
              <a:solidFill>
                <a:srgbClr val="595959"/>
              </a:solidFill>
            </a:endParaRPr>
          </a:p>
        </p:txBody>
      </p:sp>
      <p:pic>
        <p:nvPicPr>
          <p:cNvPr id="1605" name="Google Shape;160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74" y="52669"/>
            <a:ext cx="678125" cy="5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ellness Wheel by Slidesgo">
  <a:themeElements>
    <a:clrScheme name="Simple Light">
      <a:dk1>
        <a:srgbClr val="403152"/>
      </a:dk1>
      <a:lt1>
        <a:srgbClr val="FEF9F0"/>
      </a:lt1>
      <a:dk2>
        <a:srgbClr val="F6E8BF"/>
      </a:dk2>
      <a:lt2>
        <a:srgbClr val="F9E0C1"/>
      </a:lt2>
      <a:accent1>
        <a:srgbClr val="F5D8EE"/>
      </a:accent1>
      <a:accent2>
        <a:srgbClr val="F7D8D5"/>
      </a:accent2>
      <a:accent3>
        <a:srgbClr val="D2EADD"/>
      </a:accent3>
      <a:accent4>
        <a:srgbClr val="DCE5C8"/>
      </a:accent4>
      <a:accent5>
        <a:srgbClr val="D7E4EA"/>
      </a:accent5>
      <a:accent6>
        <a:srgbClr val="E0DBE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